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2"/>
  </p:normalViewPr>
  <p:slideViewPr>
    <p:cSldViewPr snapToGrid="0">
      <p:cViewPr>
        <p:scale>
          <a:sx n="128" d="100"/>
          <a:sy n="128" d="100"/>
        </p:scale>
        <p:origin x="9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E1796-556F-F349-9B6E-8EA261AA7787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37BC9-A30F-3447-A77E-B200DD187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4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37BC9-A30F-3447-A77E-B200DD1879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4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16A3-7431-9A24-CEBA-2093B9D7D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2A847-FC53-5B82-80F3-312B92C28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448E6-09DE-90B0-BEF8-E96AF754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B237C-3171-5AC3-77C9-56934CC1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3AE70-2D6C-8A3A-DD6F-47A4D88A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7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C09D-7DB8-A057-ADC6-8D8CD9A9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88F9-895D-9C6D-A0FC-B2FDB2716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1DBC1-AE6D-154E-CB6A-8AFFFEBBB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E1AC-AA77-6786-DD04-89EB1B2B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E794D-47F8-844A-47A5-E6135531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6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6A66-34FA-5344-36BC-E9FE193B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80413-8A08-8245-02E2-D6D3E754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56FE-EEF6-60F1-BF1F-86603B87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0FADC-6D7D-5FEF-71B5-C6A19BB7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E7C1C-24AD-6DC9-C8A7-CF7EC0BB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4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822D-D57F-5550-239F-42A31D27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4AFB-7B77-71E2-8334-31F2079E3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D3612-0D82-6359-1960-8543BCB0F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9F132-1113-5049-A1E7-F0161B1D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3E059-2BB3-4D8D-BC3A-B1258DE5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59FCC-CBBC-94BA-733F-9580E099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1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9679A-11E3-9EFF-F166-3E390797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F9A84-C97E-DE7C-E0F1-68BA8F4E0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04E02-7B48-9C35-9D50-CA12BE650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2F9EE-41AB-D078-8130-158030CAAD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08717-197D-160B-7E9B-BBDDA60AF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879A3-C38C-FA73-5AEF-8C3C0A95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DAD28-0EF6-C6F4-E183-BB72A5F9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78FC1-1949-135E-E004-2D7F1B12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5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7A11-C606-A981-990C-38EBDCC9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2135DC-87A4-205B-13CC-511EFBC2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55DD3-89EE-9B48-75F5-8025AC15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5047F-76D2-5655-E263-764004C7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89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D07AA-F92E-1E10-1E34-34A5F3581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BD925-B906-1B6C-1CA0-911B0A5E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96E38-86C7-0DDF-7CB0-45117EA5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0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BCDE-D42F-D764-6480-3E67A4F9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BD476-A7C7-2449-8226-D1BA6D2A3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28384-E497-BF2E-712C-EC8F16DF9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C8E99-E1F4-4FF3-58AF-22FE807B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74B9F-B6F0-43E2-D961-9D54E9AD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7BA14-93B4-084A-5198-A8D43538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3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A2A2-ACE1-7B9D-ABE0-DF49DD80D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E9EE5-3A55-EDF8-869D-455D7778F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6D8B3-D3BB-B790-1691-BE838E223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8513-B58F-7B9F-EEEB-8EE3F91B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EAF00-FAF9-B7FE-A194-97757858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0A902-C42F-22DB-9CF3-FB4D8046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9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B08A-563E-1728-246A-EFD0B70F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DF6C0-1757-D560-7958-D5C0ACEE6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B69F-3310-AEA4-B19E-E9F8A573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6D1E8-1879-5E83-6F59-187639DC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64DFF-39C6-14BA-F389-9F14C9F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108F8-4FEF-3861-DE4F-33EDAB7A8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9D6D8-9F6F-B9D1-5BFB-CAEE5CFDD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2011D-9DA6-52C7-A346-38FDA7FA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86271-1AB4-602D-2CF4-75478E1E8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6A6C6-C110-6659-6BD5-91E45945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79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8321A-E203-D71E-92E7-9CF510F2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6EC66-9952-BDC1-6E76-239A54FC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6F1A4-34B4-8C2E-44AC-503554C10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9C393-018D-FF4E-9F1C-57F416AC503C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7ECC8-8917-ACA5-0828-90F64A433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93BA-EE34-04A1-0CC8-85ED99595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3D175-AF1A-FB44-A72F-91965291F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4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6770-51B9-5291-8017-603CC752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9AA6E4-67A5-30C8-78A6-92E7EAD0B164}"/>
              </a:ext>
            </a:extLst>
          </p:cNvPr>
          <p:cNvSpPr/>
          <p:nvPr/>
        </p:nvSpPr>
        <p:spPr>
          <a:xfrm>
            <a:off x="2373083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40DF6-3759-8B04-45D7-5DE5F2D49C27}"/>
              </a:ext>
            </a:extLst>
          </p:cNvPr>
          <p:cNvSpPr/>
          <p:nvPr/>
        </p:nvSpPr>
        <p:spPr>
          <a:xfrm>
            <a:off x="2764969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219F70-BD8B-ED73-267B-83A8F1027672}"/>
              </a:ext>
            </a:extLst>
          </p:cNvPr>
          <p:cNvSpPr/>
          <p:nvPr/>
        </p:nvSpPr>
        <p:spPr>
          <a:xfrm>
            <a:off x="3156855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43D845-FCA2-F1A9-9023-163EA1F0F389}"/>
              </a:ext>
            </a:extLst>
          </p:cNvPr>
          <p:cNvSpPr/>
          <p:nvPr/>
        </p:nvSpPr>
        <p:spPr>
          <a:xfrm>
            <a:off x="3548741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83F9BB-8E23-3164-622F-0164782DCB05}"/>
              </a:ext>
            </a:extLst>
          </p:cNvPr>
          <p:cNvSpPr/>
          <p:nvPr/>
        </p:nvSpPr>
        <p:spPr>
          <a:xfrm>
            <a:off x="3940627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D3E148-F32D-699E-D53E-E84061045F92}"/>
              </a:ext>
            </a:extLst>
          </p:cNvPr>
          <p:cNvSpPr/>
          <p:nvPr/>
        </p:nvSpPr>
        <p:spPr>
          <a:xfrm>
            <a:off x="4332513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033665-AF44-01D8-9833-69E9EA68665B}"/>
              </a:ext>
            </a:extLst>
          </p:cNvPr>
          <p:cNvSpPr/>
          <p:nvPr/>
        </p:nvSpPr>
        <p:spPr>
          <a:xfrm>
            <a:off x="4724399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75701-F6E2-C15B-618B-02017094919D}"/>
              </a:ext>
            </a:extLst>
          </p:cNvPr>
          <p:cNvSpPr/>
          <p:nvPr/>
        </p:nvSpPr>
        <p:spPr>
          <a:xfrm>
            <a:off x="5116285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3E6827-F621-4C7E-B9E6-4E2DB26AA1E7}"/>
              </a:ext>
            </a:extLst>
          </p:cNvPr>
          <p:cNvSpPr/>
          <p:nvPr/>
        </p:nvSpPr>
        <p:spPr>
          <a:xfrm>
            <a:off x="5508171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838359-BEB5-57BF-7FC9-B2684BF866E8}"/>
              </a:ext>
            </a:extLst>
          </p:cNvPr>
          <p:cNvSpPr/>
          <p:nvPr/>
        </p:nvSpPr>
        <p:spPr>
          <a:xfrm>
            <a:off x="5900057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3D7F08-AB07-AECF-351B-2D1D38A6B1C3}"/>
              </a:ext>
            </a:extLst>
          </p:cNvPr>
          <p:cNvSpPr/>
          <p:nvPr/>
        </p:nvSpPr>
        <p:spPr>
          <a:xfrm>
            <a:off x="6291943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C48F74-9C8C-B865-62F2-9BDBB7678222}"/>
              </a:ext>
            </a:extLst>
          </p:cNvPr>
          <p:cNvSpPr/>
          <p:nvPr/>
        </p:nvSpPr>
        <p:spPr>
          <a:xfrm>
            <a:off x="6683829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F8F8EF-744C-3ED5-E376-7878E12346B4}"/>
              </a:ext>
            </a:extLst>
          </p:cNvPr>
          <p:cNvSpPr/>
          <p:nvPr/>
        </p:nvSpPr>
        <p:spPr>
          <a:xfrm>
            <a:off x="7075715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82CD70-7226-A159-B0CD-BFDCD8120D65}"/>
              </a:ext>
            </a:extLst>
          </p:cNvPr>
          <p:cNvSpPr/>
          <p:nvPr/>
        </p:nvSpPr>
        <p:spPr>
          <a:xfrm>
            <a:off x="7467601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1AB5E6-9338-4B0C-73A1-22004EB77E7A}"/>
              </a:ext>
            </a:extLst>
          </p:cNvPr>
          <p:cNvSpPr/>
          <p:nvPr/>
        </p:nvSpPr>
        <p:spPr>
          <a:xfrm>
            <a:off x="7859487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CCB68B-9C32-67EF-E6A2-4512B62053D5}"/>
              </a:ext>
            </a:extLst>
          </p:cNvPr>
          <p:cNvSpPr/>
          <p:nvPr/>
        </p:nvSpPr>
        <p:spPr>
          <a:xfrm>
            <a:off x="8210863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4246EF-59C9-F340-F961-76EB47EFC744}"/>
              </a:ext>
            </a:extLst>
          </p:cNvPr>
          <p:cNvSpPr/>
          <p:nvPr/>
        </p:nvSpPr>
        <p:spPr>
          <a:xfrm>
            <a:off x="8602749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8B849A-7978-4A04-0A4A-5D8B0742BDB7}"/>
              </a:ext>
            </a:extLst>
          </p:cNvPr>
          <p:cNvSpPr/>
          <p:nvPr/>
        </p:nvSpPr>
        <p:spPr>
          <a:xfrm>
            <a:off x="8948053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693B3C-526D-D0C3-AF9A-647A1A22836E}"/>
              </a:ext>
            </a:extLst>
          </p:cNvPr>
          <p:cNvSpPr/>
          <p:nvPr/>
        </p:nvSpPr>
        <p:spPr>
          <a:xfrm>
            <a:off x="9339939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558085-35C4-C951-DBC5-593D0FD51029}"/>
              </a:ext>
            </a:extLst>
          </p:cNvPr>
          <p:cNvSpPr/>
          <p:nvPr/>
        </p:nvSpPr>
        <p:spPr>
          <a:xfrm>
            <a:off x="9731825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794B0-D5DD-A9D6-907E-E4A9F63CD2DF}"/>
              </a:ext>
            </a:extLst>
          </p:cNvPr>
          <p:cNvSpPr/>
          <p:nvPr/>
        </p:nvSpPr>
        <p:spPr>
          <a:xfrm>
            <a:off x="10123711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76554-8049-39BD-C0F9-C5AE2F51E2D7}"/>
              </a:ext>
            </a:extLst>
          </p:cNvPr>
          <p:cNvSpPr/>
          <p:nvPr/>
        </p:nvSpPr>
        <p:spPr>
          <a:xfrm>
            <a:off x="10515597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758EAC43-396B-3280-B75A-475C2256BE3D}"/>
              </a:ext>
            </a:extLst>
          </p:cNvPr>
          <p:cNvSpPr/>
          <p:nvPr/>
        </p:nvSpPr>
        <p:spPr>
          <a:xfrm>
            <a:off x="10907483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2A30DF86-8453-2032-7564-2B2E0002B02D}"/>
              </a:ext>
            </a:extLst>
          </p:cNvPr>
          <p:cNvSpPr/>
          <p:nvPr/>
        </p:nvSpPr>
        <p:spPr>
          <a:xfrm>
            <a:off x="11299369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6947741E-77F9-0566-D831-91A5E848A088}"/>
              </a:ext>
            </a:extLst>
          </p:cNvPr>
          <p:cNvSpPr/>
          <p:nvPr/>
        </p:nvSpPr>
        <p:spPr>
          <a:xfrm>
            <a:off x="2373083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DCAB7E74-07AA-FBC1-55DD-C5D7080978AD}"/>
              </a:ext>
            </a:extLst>
          </p:cNvPr>
          <p:cNvSpPr/>
          <p:nvPr/>
        </p:nvSpPr>
        <p:spPr>
          <a:xfrm>
            <a:off x="2764969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ACBF35A2-9E92-C696-2C9B-4DA9DF29F09A}"/>
              </a:ext>
            </a:extLst>
          </p:cNvPr>
          <p:cNvSpPr/>
          <p:nvPr/>
        </p:nvSpPr>
        <p:spPr>
          <a:xfrm>
            <a:off x="3156855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78FE8F6-3164-44B8-69DC-C24C42BF3D09}"/>
              </a:ext>
            </a:extLst>
          </p:cNvPr>
          <p:cNvSpPr/>
          <p:nvPr/>
        </p:nvSpPr>
        <p:spPr>
          <a:xfrm>
            <a:off x="3548741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6229EBC-9C11-8503-EFD3-9A37DF33B04C}"/>
              </a:ext>
            </a:extLst>
          </p:cNvPr>
          <p:cNvSpPr/>
          <p:nvPr/>
        </p:nvSpPr>
        <p:spPr>
          <a:xfrm>
            <a:off x="3940627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1FA47BD-ECF6-7788-7E9E-B3F5B0379D31}"/>
              </a:ext>
            </a:extLst>
          </p:cNvPr>
          <p:cNvSpPr/>
          <p:nvPr/>
        </p:nvSpPr>
        <p:spPr>
          <a:xfrm>
            <a:off x="4724399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E8C768AE-0433-E5D6-F6BA-34C7A5A41B54}"/>
              </a:ext>
            </a:extLst>
          </p:cNvPr>
          <p:cNvSpPr/>
          <p:nvPr/>
        </p:nvSpPr>
        <p:spPr>
          <a:xfrm>
            <a:off x="5116285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BB78DAA-8421-4B10-C99A-93CF092278D6}"/>
              </a:ext>
            </a:extLst>
          </p:cNvPr>
          <p:cNvSpPr/>
          <p:nvPr/>
        </p:nvSpPr>
        <p:spPr>
          <a:xfrm>
            <a:off x="5508171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BB1C76FD-FF02-401D-A9DF-D2134DFD912E}"/>
              </a:ext>
            </a:extLst>
          </p:cNvPr>
          <p:cNvSpPr/>
          <p:nvPr/>
        </p:nvSpPr>
        <p:spPr>
          <a:xfrm>
            <a:off x="5900057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3089388-E7DC-7979-77F6-DD9C14C26C51}"/>
              </a:ext>
            </a:extLst>
          </p:cNvPr>
          <p:cNvSpPr/>
          <p:nvPr/>
        </p:nvSpPr>
        <p:spPr>
          <a:xfrm>
            <a:off x="6291943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0C38CAD3-0D3A-FD71-EDD3-6B729319A98C}"/>
              </a:ext>
            </a:extLst>
          </p:cNvPr>
          <p:cNvSpPr/>
          <p:nvPr/>
        </p:nvSpPr>
        <p:spPr>
          <a:xfrm>
            <a:off x="6683829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6258CF5-A7F1-2EC8-8D2B-25DEE8FA6456}"/>
              </a:ext>
            </a:extLst>
          </p:cNvPr>
          <p:cNvSpPr/>
          <p:nvPr/>
        </p:nvSpPr>
        <p:spPr>
          <a:xfrm>
            <a:off x="7467601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E3C914CE-649A-E530-6726-DDA44B9E6272}"/>
              </a:ext>
            </a:extLst>
          </p:cNvPr>
          <p:cNvSpPr/>
          <p:nvPr/>
        </p:nvSpPr>
        <p:spPr>
          <a:xfrm>
            <a:off x="7859487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C5EDDD01-EF08-CFA3-DF18-DE35B35F2D1B}"/>
              </a:ext>
            </a:extLst>
          </p:cNvPr>
          <p:cNvSpPr/>
          <p:nvPr/>
        </p:nvSpPr>
        <p:spPr>
          <a:xfrm>
            <a:off x="8210863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DFC24C8-80EF-BC44-1351-3DEB08A01FF1}"/>
              </a:ext>
            </a:extLst>
          </p:cNvPr>
          <p:cNvSpPr/>
          <p:nvPr/>
        </p:nvSpPr>
        <p:spPr>
          <a:xfrm>
            <a:off x="8602749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86ED462E-8C3A-CE64-6207-60A341309214}"/>
              </a:ext>
            </a:extLst>
          </p:cNvPr>
          <p:cNvSpPr/>
          <p:nvPr/>
        </p:nvSpPr>
        <p:spPr>
          <a:xfrm>
            <a:off x="8948053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43320B2E-8FC7-678F-B1A0-63A9F72F1237}"/>
              </a:ext>
            </a:extLst>
          </p:cNvPr>
          <p:cNvSpPr/>
          <p:nvPr/>
        </p:nvSpPr>
        <p:spPr>
          <a:xfrm>
            <a:off x="9731825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8DD0FB6C-F15D-67DB-0A61-218AA8129EF0}"/>
              </a:ext>
            </a:extLst>
          </p:cNvPr>
          <p:cNvSpPr/>
          <p:nvPr/>
        </p:nvSpPr>
        <p:spPr>
          <a:xfrm>
            <a:off x="10123711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5CE6A7AE-194D-D769-54A5-1AF6CA2324F2}"/>
              </a:ext>
            </a:extLst>
          </p:cNvPr>
          <p:cNvSpPr/>
          <p:nvPr/>
        </p:nvSpPr>
        <p:spPr>
          <a:xfrm>
            <a:off x="10515597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E16D2B2E-8FAE-5C08-B94C-8C4C37C3A86D}"/>
              </a:ext>
            </a:extLst>
          </p:cNvPr>
          <p:cNvSpPr/>
          <p:nvPr/>
        </p:nvSpPr>
        <p:spPr>
          <a:xfrm>
            <a:off x="2373083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2887C8A-CB7A-9E40-8F95-0394B5C8F494}"/>
              </a:ext>
            </a:extLst>
          </p:cNvPr>
          <p:cNvSpPr/>
          <p:nvPr/>
        </p:nvSpPr>
        <p:spPr>
          <a:xfrm>
            <a:off x="2764969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82BC219C-0FC5-C467-AED4-F061E175E626}"/>
              </a:ext>
            </a:extLst>
          </p:cNvPr>
          <p:cNvSpPr/>
          <p:nvPr/>
        </p:nvSpPr>
        <p:spPr>
          <a:xfrm>
            <a:off x="3156855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115056A-1B83-C3F1-8E58-A50AE6E174C2}"/>
              </a:ext>
            </a:extLst>
          </p:cNvPr>
          <p:cNvSpPr/>
          <p:nvPr/>
        </p:nvSpPr>
        <p:spPr>
          <a:xfrm>
            <a:off x="3548741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C8106632-1914-D2D1-01DF-D1893E5D95C7}"/>
              </a:ext>
            </a:extLst>
          </p:cNvPr>
          <p:cNvSpPr/>
          <p:nvPr/>
        </p:nvSpPr>
        <p:spPr>
          <a:xfrm>
            <a:off x="3940627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2AD45FB9-C41F-3CC5-67BE-4AB3FEBC3480}"/>
              </a:ext>
            </a:extLst>
          </p:cNvPr>
          <p:cNvSpPr/>
          <p:nvPr/>
        </p:nvSpPr>
        <p:spPr>
          <a:xfrm>
            <a:off x="5116285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FED27B-DCC9-71CD-1346-A7592F50FC1E}"/>
              </a:ext>
            </a:extLst>
          </p:cNvPr>
          <p:cNvSpPr/>
          <p:nvPr/>
        </p:nvSpPr>
        <p:spPr>
          <a:xfrm>
            <a:off x="5508171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F5C3EC6A-69EA-8ABE-BFE6-7D269E648573}"/>
              </a:ext>
            </a:extLst>
          </p:cNvPr>
          <p:cNvSpPr/>
          <p:nvPr/>
        </p:nvSpPr>
        <p:spPr>
          <a:xfrm>
            <a:off x="6291943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5A50C22-00FC-9741-9CDB-3731C4FAA5B9}"/>
              </a:ext>
            </a:extLst>
          </p:cNvPr>
          <p:cNvSpPr/>
          <p:nvPr/>
        </p:nvSpPr>
        <p:spPr>
          <a:xfrm>
            <a:off x="6683829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099ACD2E-BBD8-00F0-DF20-B7C5BE02B682}"/>
              </a:ext>
            </a:extLst>
          </p:cNvPr>
          <p:cNvSpPr/>
          <p:nvPr/>
        </p:nvSpPr>
        <p:spPr>
          <a:xfrm>
            <a:off x="7075715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D837BDC0-2FD9-E14E-0E2B-F4BA9C8B9A28}"/>
              </a:ext>
            </a:extLst>
          </p:cNvPr>
          <p:cNvSpPr/>
          <p:nvPr/>
        </p:nvSpPr>
        <p:spPr>
          <a:xfrm>
            <a:off x="7859487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798F0390-30A6-CB6D-A91D-282168B3B1B7}"/>
              </a:ext>
            </a:extLst>
          </p:cNvPr>
          <p:cNvSpPr/>
          <p:nvPr/>
        </p:nvSpPr>
        <p:spPr>
          <a:xfrm>
            <a:off x="8210863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A0FD1A08-E9FB-E9E2-928A-C28CAC66F3C7}"/>
              </a:ext>
            </a:extLst>
          </p:cNvPr>
          <p:cNvSpPr/>
          <p:nvPr/>
        </p:nvSpPr>
        <p:spPr>
          <a:xfrm>
            <a:off x="8602749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73FFD68-C8ED-DC69-05D7-293CE005EC78}"/>
              </a:ext>
            </a:extLst>
          </p:cNvPr>
          <p:cNvSpPr/>
          <p:nvPr/>
        </p:nvSpPr>
        <p:spPr>
          <a:xfrm>
            <a:off x="9339939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A507617B-981B-5707-1908-E9D2E53D837A}"/>
              </a:ext>
            </a:extLst>
          </p:cNvPr>
          <p:cNvSpPr/>
          <p:nvPr/>
        </p:nvSpPr>
        <p:spPr>
          <a:xfrm>
            <a:off x="9731825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A6B877A1-CD75-B896-34A9-19F698BD2C79}"/>
              </a:ext>
            </a:extLst>
          </p:cNvPr>
          <p:cNvSpPr/>
          <p:nvPr/>
        </p:nvSpPr>
        <p:spPr>
          <a:xfrm>
            <a:off x="10123711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89D40703-43EB-4169-D997-420649907B4D}"/>
              </a:ext>
            </a:extLst>
          </p:cNvPr>
          <p:cNvSpPr/>
          <p:nvPr/>
        </p:nvSpPr>
        <p:spPr>
          <a:xfrm>
            <a:off x="10515597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92572426-3518-4144-2F7F-6F33DB7E6F17}"/>
              </a:ext>
            </a:extLst>
          </p:cNvPr>
          <p:cNvSpPr/>
          <p:nvPr/>
        </p:nvSpPr>
        <p:spPr>
          <a:xfrm>
            <a:off x="2764969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4CC0678C-CE47-618F-DF6E-0D8D2568D595}"/>
              </a:ext>
            </a:extLst>
          </p:cNvPr>
          <p:cNvSpPr/>
          <p:nvPr/>
        </p:nvSpPr>
        <p:spPr>
          <a:xfrm>
            <a:off x="3156855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8581C642-6390-D9EF-7FFA-1D5E93DE00FE}"/>
              </a:ext>
            </a:extLst>
          </p:cNvPr>
          <p:cNvSpPr/>
          <p:nvPr/>
        </p:nvSpPr>
        <p:spPr>
          <a:xfrm>
            <a:off x="3548741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1C8A33C2-E901-B103-2299-478B5CE48AB3}"/>
              </a:ext>
            </a:extLst>
          </p:cNvPr>
          <p:cNvSpPr/>
          <p:nvPr/>
        </p:nvSpPr>
        <p:spPr>
          <a:xfrm>
            <a:off x="3940627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E0DA772B-C47D-65B4-A348-CF641F480DBA}"/>
              </a:ext>
            </a:extLst>
          </p:cNvPr>
          <p:cNvSpPr/>
          <p:nvPr/>
        </p:nvSpPr>
        <p:spPr>
          <a:xfrm>
            <a:off x="4332513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AF25F1BB-85BE-C1EC-8FBF-540668C4CF3F}"/>
              </a:ext>
            </a:extLst>
          </p:cNvPr>
          <p:cNvSpPr/>
          <p:nvPr/>
        </p:nvSpPr>
        <p:spPr>
          <a:xfrm>
            <a:off x="5116285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093C5350-5B86-744C-7F44-8751AD79861F}"/>
              </a:ext>
            </a:extLst>
          </p:cNvPr>
          <p:cNvSpPr/>
          <p:nvPr/>
        </p:nvSpPr>
        <p:spPr>
          <a:xfrm>
            <a:off x="5508171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1742C250-CBAC-53F7-99AD-9A04A30BD3E2}"/>
              </a:ext>
            </a:extLst>
          </p:cNvPr>
          <p:cNvSpPr/>
          <p:nvPr/>
        </p:nvSpPr>
        <p:spPr>
          <a:xfrm>
            <a:off x="5900057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2AA29E50-9199-BBDB-11EB-39F92C00AB56}"/>
              </a:ext>
            </a:extLst>
          </p:cNvPr>
          <p:cNvSpPr/>
          <p:nvPr/>
        </p:nvSpPr>
        <p:spPr>
          <a:xfrm>
            <a:off x="6291943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3D737BC-5F31-8D3D-9E0A-0DB5131C33D3}"/>
              </a:ext>
            </a:extLst>
          </p:cNvPr>
          <p:cNvSpPr/>
          <p:nvPr/>
        </p:nvSpPr>
        <p:spPr>
          <a:xfrm>
            <a:off x="6683829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BE9861B3-98FC-ED9B-63CB-7AFF9BAC6EA0}"/>
              </a:ext>
            </a:extLst>
          </p:cNvPr>
          <p:cNvSpPr/>
          <p:nvPr/>
        </p:nvSpPr>
        <p:spPr>
          <a:xfrm>
            <a:off x="7467601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1919F74D-D41B-0E31-F512-CFF21AD1A8C1}"/>
              </a:ext>
            </a:extLst>
          </p:cNvPr>
          <p:cNvSpPr/>
          <p:nvPr/>
        </p:nvSpPr>
        <p:spPr>
          <a:xfrm>
            <a:off x="7859487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C87CE80B-7A35-9091-787B-691AC7B4489F}"/>
              </a:ext>
            </a:extLst>
          </p:cNvPr>
          <p:cNvSpPr/>
          <p:nvPr/>
        </p:nvSpPr>
        <p:spPr>
          <a:xfrm>
            <a:off x="8210863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39573BC4-51E3-D1ED-2F64-6B9EDC69AEBB}"/>
              </a:ext>
            </a:extLst>
          </p:cNvPr>
          <p:cNvSpPr/>
          <p:nvPr/>
        </p:nvSpPr>
        <p:spPr>
          <a:xfrm>
            <a:off x="8602749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3996FCC7-95B9-AD92-3FB6-89C9CBD62565}"/>
              </a:ext>
            </a:extLst>
          </p:cNvPr>
          <p:cNvSpPr/>
          <p:nvPr/>
        </p:nvSpPr>
        <p:spPr>
          <a:xfrm>
            <a:off x="8948053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9F4715AB-77D1-FD34-2614-8BDF1CC8D772}"/>
              </a:ext>
            </a:extLst>
          </p:cNvPr>
          <p:cNvSpPr/>
          <p:nvPr/>
        </p:nvSpPr>
        <p:spPr>
          <a:xfrm>
            <a:off x="9731825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508733B5-FE45-D579-A9E6-F69A0F66FBE3}"/>
              </a:ext>
            </a:extLst>
          </p:cNvPr>
          <p:cNvSpPr/>
          <p:nvPr/>
        </p:nvSpPr>
        <p:spPr>
          <a:xfrm>
            <a:off x="10123711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B3244819-39A0-3FBE-3C32-E39F9773F6EA}"/>
              </a:ext>
            </a:extLst>
          </p:cNvPr>
          <p:cNvSpPr/>
          <p:nvPr/>
        </p:nvSpPr>
        <p:spPr>
          <a:xfrm>
            <a:off x="10515597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3814CB80-B399-5FCC-C250-3AA3E799F1B8}"/>
              </a:ext>
            </a:extLst>
          </p:cNvPr>
          <p:cNvSpPr/>
          <p:nvPr/>
        </p:nvSpPr>
        <p:spPr>
          <a:xfrm>
            <a:off x="2764969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FD907EC-5AC1-1750-DA82-0594684BB919}"/>
              </a:ext>
            </a:extLst>
          </p:cNvPr>
          <p:cNvSpPr/>
          <p:nvPr/>
        </p:nvSpPr>
        <p:spPr>
          <a:xfrm>
            <a:off x="3156855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B41C4CCA-129E-E78A-9E14-F955D62A54D5}"/>
              </a:ext>
            </a:extLst>
          </p:cNvPr>
          <p:cNvSpPr/>
          <p:nvPr/>
        </p:nvSpPr>
        <p:spPr>
          <a:xfrm>
            <a:off x="3548741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CDB169C8-89C8-DD0E-5CCC-776FFA58F3C4}"/>
              </a:ext>
            </a:extLst>
          </p:cNvPr>
          <p:cNvSpPr/>
          <p:nvPr/>
        </p:nvSpPr>
        <p:spPr>
          <a:xfrm>
            <a:off x="3940627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A3D095E3-75BC-A921-4DDE-6983BA181394}"/>
              </a:ext>
            </a:extLst>
          </p:cNvPr>
          <p:cNvSpPr/>
          <p:nvPr/>
        </p:nvSpPr>
        <p:spPr>
          <a:xfrm>
            <a:off x="4332513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DE76EBB5-B737-7C70-3B62-244C9FD841AD}"/>
              </a:ext>
            </a:extLst>
          </p:cNvPr>
          <p:cNvSpPr/>
          <p:nvPr/>
        </p:nvSpPr>
        <p:spPr>
          <a:xfrm>
            <a:off x="5116285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9CA8CFE9-C149-C22D-C2C0-303DB36F2FAB}"/>
              </a:ext>
            </a:extLst>
          </p:cNvPr>
          <p:cNvSpPr/>
          <p:nvPr/>
        </p:nvSpPr>
        <p:spPr>
          <a:xfrm>
            <a:off x="5508171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06520EEC-2750-24EA-705C-8EA30327DE43}"/>
              </a:ext>
            </a:extLst>
          </p:cNvPr>
          <p:cNvSpPr/>
          <p:nvPr/>
        </p:nvSpPr>
        <p:spPr>
          <a:xfrm>
            <a:off x="6291943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769EF2F3-9A53-84BE-DB54-9714F621C1EC}"/>
              </a:ext>
            </a:extLst>
          </p:cNvPr>
          <p:cNvSpPr/>
          <p:nvPr/>
        </p:nvSpPr>
        <p:spPr>
          <a:xfrm>
            <a:off x="6683829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EC8BF0E-457B-619B-CF0A-F665F9E03FF9}"/>
              </a:ext>
            </a:extLst>
          </p:cNvPr>
          <p:cNvSpPr/>
          <p:nvPr/>
        </p:nvSpPr>
        <p:spPr>
          <a:xfrm>
            <a:off x="7467601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7A6681D6-FCEA-90C6-2C34-4DCA30C2297C}"/>
              </a:ext>
            </a:extLst>
          </p:cNvPr>
          <p:cNvSpPr/>
          <p:nvPr/>
        </p:nvSpPr>
        <p:spPr>
          <a:xfrm>
            <a:off x="7859487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BFFECA39-7042-497E-6864-F3B8D1716561}"/>
              </a:ext>
            </a:extLst>
          </p:cNvPr>
          <p:cNvSpPr/>
          <p:nvPr/>
        </p:nvSpPr>
        <p:spPr>
          <a:xfrm>
            <a:off x="8210863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E414FD35-6F4E-8E2A-F721-B97DD0FB0B77}"/>
              </a:ext>
            </a:extLst>
          </p:cNvPr>
          <p:cNvSpPr/>
          <p:nvPr/>
        </p:nvSpPr>
        <p:spPr>
          <a:xfrm>
            <a:off x="8602749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C934951B-9C0F-3B8B-21CE-5EBAC697BA82}"/>
              </a:ext>
            </a:extLst>
          </p:cNvPr>
          <p:cNvSpPr/>
          <p:nvPr/>
        </p:nvSpPr>
        <p:spPr>
          <a:xfrm>
            <a:off x="8948053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713A8D30-7313-36E8-38DA-3936524044EB}"/>
              </a:ext>
            </a:extLst>
          </p:cNvPr>
          <p:cNvSpPr/>
          <p:nvPr/>
        </p:nvSpPr>
        <p:spPr>
          <a:xfrm>
            <a:off x="9339939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756312E4-AE56-B5D1-6E44-33645B9FF9ED}"/>
              </a:ext>
            </a:extLst>
          </p:cNvPr>
          <p:cNvSpPr/>
          <p:nvPr/>
        </p:nvSpPr>
        <p:spPr>
          <a:xfrm>
            <a:off x="9731825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D0F7256F-5163-E213-CA6E-D983197C9055}"/>
              </a:ext>
            </a:extLst>
          </p:cNvPr>
          <p:cNvSpPr/>
          <p:nvPr/>
        </p:nvSpPr>
        <p:spPr>
          <a:xfrm>
            <a:off x="10123711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45AA03C5-AB9D-5B7B-DD2B-B7A2D2A98C10}"/>
              </a:ext>
            </a:extLst>
          </p:cNvPr>
          <p:cNvSpPr/>
          <p:nvPr/>
        </p:nvSpPr>
        <p:spPr>
          <a:xfrm>
            <a:off x="10515597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704832DC-C71A-D4F2-850F-4ADFA544EF22}"/>
              </a:ext>
            </a:extLst>
          </p:cNvPr>
          <p:cNvSpPr/>
          <p:nvPr/>
        </p:nvSpPr>
        <p:spPr>
          <a:xfrm>
            <a:off x="2764969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7FFE172-E759-89D2-8831-02A5A60D3BB8}"/>
              </a:ext>
            </a:extLst>
          </p:cNvPr>
          <p:cNvSpPr/>
          <p:nvPr/>
        </p:nvSpPr>
        <p:spPr>
          <a:xfrm>
            <a:off x="3156855" y="39166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857A3952-044F-47C4-CC37-43D8D3A4AA4D}"/>
              </a:ext>
            </a:extLst>
          </p:cNvPr>
          <p:cNvSpPr/>
          <p:nvPr/>
        </p:nvSpPr>
        <p:spPr>
          <a:xfrm>
            <a:off x="3548741" y="39166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0D52C5C-85B0-250C-0196-DBAF09034CE2}"/>
              </a:ext>
            </a:extLst>
          </p:cNvPr>
          <p:cNvSpPr/>
          <p:nvPr/>
        </p:nvSpPr>
        <p:spPr>
          <a:xfrm>
            <a:off x="3940627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997644C5-AE48-E5C3-3467-2D232E88B20D}"/>
              </a:ext>
            </a:extLst>
          </p:cNvPr>
          <p:cNvSpPr/>
          <p:nvPr/>
        </p:nvSpPr>
        <p:spPr>
          <a:xfrm>
            <a:off x="4332513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6B1944DF-026C-7C1D-5487-980637D5F1FF}"/>
              </a:ext>
            </a:extLst>
          </p:cNvPr>
          <p:cNvSpPr/>
          <p:nvPr/>
        </p:nvSpPr>
        <p:spPr>
          <a:xfrm>
            <a:off x="5116285" y="39166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BF3E4FA3-B001-EB81-3926-303AE4B025AA}"/>
              </a:ext>
            </a:extLst>
          </p:cNvPr>
          <p:cNvSpPr/>
          <p:nvPr/>
        </p:nvSpPr>
        <p:spPr>
          <a:xfrm>
            <a:off x="5508171" y="39166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835B798D-2D40-077B-1061-7B1B9455117E}"/>
              </a:ext>
            </a:extLst>
          </p:cNvPr>
          <p:cNvSpPr/>
          <p:nvPr/>
        </p:nvSpPr>
        <p:spPr>
          <a:xfrm>
            <a:off x="6291943" y="39166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8FF407B5-C550-6E81-A724-E6D3BEB01BF0}"/>
              </a:ext>
            </a:extLst>
          </p:cNvPr>
          <p:cNvSpPr/>
          <p:nvPr/>
        </p:nvSpPr>
        <p:spPr>
          <a:xfrm>
            <a:off x="6683829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75CDC236-7F43-AF48-88C1-D8EF1E88A75C}"/>
              </a:ext>
            </a:extLst>
          </p:cNvPr>
          <p:cNvSpPr/>
          <p:nvPr/>
        </p:nvSpPr>
        <p:spPr>
          <a:xfrm>
            <a:off x="7467601" y="39166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F8F91410-B204-E0A9-5878-643FED6264B0}"/>
              </a:ext>
            </a:extLst>
          </p:cNvPr>
          <p:cNvSpPr/>
          <p:nvPr/>
        </p:nvSpPr>
        <p:spPr>
          <a:xfrm>
            <a:off x="7859487" y="39166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D8A825D8-13A3-4763-5F91-F7A35CD53AAC}"/>
              </a:ext>
            </a:extLst>
          </p:cNvPr>
          <p:cNvSpPr/>
          <p:nvPr/>
        </p:nvSpPr>
        <p:spPr>
          <a:xfrm>
            <a:off x="8210863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6765003A-1B95-7F07-0942-029F1D9BBB13}"/>
              </a:ext>
            </a:extLst>
          </p:cNvPr>
          <p:cNvSpPr/>
          <p:nvPr/>
        </p:nvSpPr>
        <p:spPr>
          <a:xfrm>
            <a:off x="8602749" y="39166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91D9A230-7618-8D6E-86A0-F602047B4674}"/>
              </a:ext>
            </a:extLst>
          </p:cNvPr>
          <p:cNvSpPr/>
          <p:nvPr/>
        </p:nvSpPr>
        <p:spPr>
          <a:xfrm>
            <a:off x="8994635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4D6D9B34-4027-53B4-9335-68345590B2A8}"/>
              </a:ext>
            </a:extLst>
          </p:cNvPr>
          <p:cNvSpPr/>
          <p:nvPr/>
        </p:nvSpPr>
        <p:spPr>
          <a:xfrm>
            <a:off x="3156855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4FAA48BD-9053-3A32-AAB8-9A3758D40605}"/>
              </a:ext>
            </a:extLst>
          </p:cNvPr>
          <p:cNvSpPr/>
          <p:nvPr/>
        </p:nvSpPr>
        <p:spPr>
          <a:xfrm>
            <a:off x="3548741" y="43738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789C71F1-0683-B685-AAD5-B6B5102DEC0C}"/>
              </a:ext>
            </a:extLst>
          </p:cNvPr>
          <p:cNvSpPr/>
          <p:nvPr/>
        </p:nvSpPr>
        <p:spPr>
          <a:xfrm>
            <a:off x="3940627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49BA0AF2-3F4D-1AF0-D6FD-8A3D03A9F2D9}"/>
              </a:ext>
            </a:extLst>
          </p:cNvPr>
          <p:cNvSpPr/>
          <p:nvPr/>
        </p:nvSpPr>
        <p:spPr>
          <a:xfrm>
            <a:off x="4332513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12958AEA-7969-14CA-4F58-B4B0EF05510C}"/>
              </a:ext>
            </a:extLst>
          </p:cNvPr>
          <p:cNvSpPr/>
          <p:nvPr/>
        </p:nvSpPr>
        <p:spPr>
          <a:xfrm>
            <a:off x="4724399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905D071B-8174-BD0C-D536-14AE6991238C}"/>
              </a:ext>
            </a:extLst>
          </p:cNvPr>
          <p:cNvSpPr/>
          <p:nvPr/>
        </p:nvSpPr>
        <p:spPr>
          <a:xfrm>
            <a:off x="5508171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AA83C075-785D-008A-15FD-D52CB677E953}"/>
              </a:ext>
            </a:extLst>
          </p:cNvPr>
          <p:cNvSpPr/>
          <p:nvPr/>
        </p:nvSpPr>
        <p:spPr>
          <a:xfrm>
            <a:off x="5900057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566C860-02EE-14E1-7ABE-B9115164280A}"/>
              </a:ext>
            </a:extLst>
          </p:cNvPr>
          <p:cNvSpPr/>
          <p:nvPr/>
        </p:nvSpPr>
        <p:spPr>
          <a:xfrm>
            <a:off x="6291943" y="43738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D09B251B-A100-943B-93D3-933C530800C1}"/>
              </a:ext>
            </a:extLst>
          </p:cNvPr>
          <p:cNvSpPr/>
          <p:nvPr/>
        </p:nvSpPr>
        <p:spPr>
          <a:xfrm>
            <a:off x="6683829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CDEC2920-FCE0-D7B1-1CF0-7547CF919A0B}"/>
              </a:ext>
            </a:extLst>
          </p:cNvPr>
          <p:cNvSpPr/>
          <p:nvPr/>
        </p:nvSpPr>
        <p:spPr>
          <a:xfrm>
            <a:off x="7075715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1D4D93DD-DD4E-482C-2F6F-9003C197685B}"/>
              </a:ext>
            </a:extLst>
          </p:cNvPr>
          <p:cNvSpPr/>
          <p:nvPr/>
        </p:nvSpPr>
        <p:spPr>
          <a:xfrm>
            <a:off x="8210863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06CAE5B-2B1A-B58C-61E9-F24CFDEEEE55}"/>
              </a:ext>
            </a:extLst>
          </p:cNvPr>
          <p:cNvSpPr/>
          <p:nvPr/>
        </p:nvSpPr>
        <p:spPr>
          <a:xfrm>
            <a:off x="8602749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05A9E0-88D4-D1E7-3995-80963FDFF3CA}"/>
              </a:ext>
            </a:extLst>
          </p:cNvPr>
          <p:cNvSpPr/>
          <p:nvPr/>
        </p:nvSpPr>
        <p:spPr>
          <a:xfrm>
            <a:off x="8948053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03A1D7A-9FD1-E8B2-7A00-3309FA78F54C}"/>
              </a:ext>
            </a:extLst>
          </p:cNvPr>
          <p:cNvSpPr/>
          <p:nvPr/>
        </p:nvSpPr>
        <p:spPr>
          <a:xfrm>
            <a:off x="9339939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8980580E-C2F3-2B3E-810E-E1FA11785F7F}"/>
              </a:ext>
            </a:extLst>
          </p:cNvPr>
          <p:cNvSpPr/>
          <p:nvPr/>
        </p:nvSpPr>
        <p:spPr>
          <a:xfrm>
            <a:off x="9731825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C0047E32-AA07-AAEC-15AC-C9E6C0996640}"/>
              </a:ext>
            </a:extLst>
          </p:cNvPr>
          <p:cNvSpPr/>
          <p:nvPr/>
        </p:nvSpPr>
        <p:spPr>
          <a:xfrm>
            <a:off x="3156855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00582F60-3D3F-AEB0-19DA-67BCFC2C1C01}"/>
              </a:ext>
            </a:extLst>
          </p:cNvPr>
          <p:cNvSpPr/>
          <p:nvPr/>
        </p:nvSpPr>
        <p:spPr>
          <a:xfrm>
            <a:off x="3548741" y="48310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7F0ACCEF-19F1-3790-0FCE-73FDC6CDF9F0}"/>
              </a:ext>
            </a:extLst>
          </p:cNvPr>
          <p:cNvSpPr/>
          <p:nvPr/>
        </p:nvSpPr>
        <p:spPr>
          <a:xfrm>
            <a:off x="3940627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0C862D66-476A-7BD3-89D7-6F8A99BA35A0}"/>
              </a:ext>
            </a:extLst>
          </p:cNvPr>
          <p:cNvSpPr/>
          <p:nvPr/>
        </p:nvSpPr>
        <p:spPr>
          <a:xfrm>
            <a:off x="4332513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C5C19FB0-BE0A-4E17-42CB-9016BF9101D8}"/>
              </a:ext>
            </a:extLst>
          </p:cNvPr>
          <p:cNvSpPr/>
          <p:nvPr/>
        </p:nvSpPr>
        <p:spPr>
          <a:xfrm>
            <a:off x="4724399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07B27015-CA06-4201-9121-0AF6D7523EE6}"/>
              </a:ext>
            </a:extLst>
          </p:cNvPr>
          <p:cNvSpPr/>
          <p:nvPr/>
        </p:nvSpPr>
        <p:spPr>
          <a:xfrm>
            <a:off x="5508171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06A0DA7E-A5AD-68C0-B1F3-627262658951}"/>
              </a:ext>
            </a:extLst>
          </p:cNvPr>
          <p:cNvSpPr/>
          <p:nvPr/>
        </p:nvSpPr>
        <p:spPr>
          <a:xfrm>
            <a:off x="5900057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39662F3A-1B37-D75A-709F-30E706AF08ED}"/>
              </a:ext>
            </a:extLst>
          </p:cNvPr>
          <p:cNvSpPr/>
          <p:nvPr/>
        </p:nvSpPr>
        <p:spPr>
          <a:xfrm>
            <a:off x="6291943" y="48310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46B8628D-CB13-1298-00A1-38F50D1B7CDB}"/>
              </a:ext>
            </a:extLst>
          </p:cNvPr>
          <p:cNvSpPr/>
          <p:nvPr/>
        </p:nvSpPr>
        <p:spPr>
          <a:xfrm>
            <a:off x="6683829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0233CE1B-4065-D8B5-20C1-219442ED6D90}"/>
              </a:ext>
            </a:extLst>
          </p:cNvPr>
          <p:cNvSpPr/>
          <p:nvPr/>
        </p:nvSpPr>
        <p:spPr>
          <a:xfrm>
            <a:off x="7075715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F54E4B48-7590-F91E-7E2E-D6304874376E}"/>
              </a:ext>
            </a:extLst>
          </p:cNvPr>
          <p:cNvSpPr/>
          <p:nvPr/>
        </p:nvSpPr>
        <p:spPr>
          <a:xfrm>
            <a:off x="8602749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E837C696-720F-128A-0093-4476AEE72314}"/>
              </a:ext>
            </a:extLst>
          </p:cNvPr>
          <p:cNvSpPr/>
          <p:nvPr/>
        </p:nvSpPr>
        <p:spPr>
          <a:xfrm>
            <a:off x="9339939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BBDFFC2A-99CB-FBEA-1F29-A3C51880FCB5}"/>
              </a:ext>
            </a:extLst>
          </p:cNvPr>
          <p:cNvSpPr/>
          <p:nvPr/>
        </p:nvSpPr>
        <p:spPr>
          <a:xfrm>
            <a:off x="9731825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A83C336A-52E0-2B5B-0CE7-6F5147EBC8B1}"/>
              </a:ext>
            </a:extLst>
          </p:cNvPr>
          <p:cNvSpPr/>
          <p:nvPr/>
        </p:nvSpPr>
        <p:spPr>
          <a:xfrm>
            <a:off x="10123711" y="48310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12D4FDF5-9FD9-DEB2-1CAC-03A1A5F7C01B}"/>
              </a:ext>
            </a:extLst>
          </p:cNvPr>
          <p:cNvSpPr/>
          <p:nvPr/>
        </p:nvSpPr>
        <p:spPr>
          <a:xfrm>
            <a:off x="7467601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CCA0283-D983-AE66-814B-361BC7AA0264}"/>
              </a:ext>
            </a:extLst>
          </p:cNvPr>
          <p:cNvSpPr/>
          <p:nvPr/>
        </p:nvSpPr>
        <p:spPr>
          <a:xfrm>
            <a:off x="10907483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D2485603-6EDD-738D-3E5B-EF88109CA25C}"/>
              </a:ext>
            </a:extLst>
          </p:cNvPr>
          <p:cNvSpPr/>
          <p:nvPr/>
        </p:nvSpPr>
        <p:spPr>
          <a:xfrm>
            <a:off x="10907483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6B393516-0582-3BC9-F86D-34A192C66B45}"/>
              </a:ext>
            </a:extLst>
          </p:cNvPr>
          <p:cNvSpPr/>
          <p:nvPr/>
        </p:nvSpPr>
        <p:spPr>
          <a:xfrm>
            <a:off x="11299369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C0666908-8DF0-D62D-F1EC-5A1B78E0EF2E}"/>
              </a:ext>
            </a:extLst>
          </p:cNvPr>
          <p:cNvSpPr/>
          <p:nvPr/>
        </p:nvSpPr>
        <p:spPr>
          <a:xfrm>
            <a:off x="10907483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3FE8559-FCC6-1935-226C-6E8951278C8F}"/>
              </a:ext>
            </a:extLst>
          </p:cNvPr>
          <p:cNvSpPr/>
          <p:nvPr/>
        </p:nvSpPr>
        <p:spPr>
          <a:xfrm>
            <a:off x="11299369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D740E477-5A00-93C9-6E50-F7608D2C7227}"/>
              </a:ext>
            </a:extLst>
          </p:cNvPr>
          <p:cNvSpPr/>
          <p:nvPr/>
        </p:nvSpPr>
        <p:spPr>
          <a:xfrm>
            <a:off x="10907483" y="34687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0BDF93CB-4B55-DEC0-730A-E3444D7258FD}"/>
              </a:ext>
            </a:extLst>
          </p:cNvPr>
          <p:cNvSpPr/>
          <p:nvPr/>
        </p:nvSpPr>
        <p:spPr>
          <a:xfrm>
            <a:off x="5889078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FBA74114-2B73-E10E-C57A-8838E16957F2}"/>
              </a:ext>
            </a:extLst>
          </p:cNvPr>
          <p:cNvSpPr/>
          <p:nvPr/>
        </p:nvSpPr>
        <p:spPr>
          <a:xfrm>
            <a:off x="5900057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781394FA-EEB5-543D-3165-B1D1D357F8F6}"/>
              </a:ext>
            </a:extLst>
          </p:cNvPr>
          <p:cNvSpPr/>
          <p:nvPr/>
        </p:nvSpPr>
        <p:spPr>
          <a:xfrm>
            <a:off x="5900057" y="390854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19C572A4-E272-C3CF-4AA7-6F9E902A0807}"/>
              </a:ext>
            </a:extLst>
          </p:cNvPr>
          <p:cNvSpPr/>
          <p:nvPr/>
        </p:nvSpPr>
        <p:spPr>
          <a:xfrm>
            <a:off x="8974757" y="391973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5593878-64DA-1859-46E1-56479FFF0D1D}"/>
              </a:ext>
            </a:extLst>
          </p:cNvPr>
          <p:cNvSpPr/>
          <p:nvPr/>
        </p:nvSpPr>
        <p:spPr>
          <a:xfrm>
            <a:off x="237308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</a:t>
            </a: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0EC1B5FD-CB1A-875D-F0E0-02E2EF11BF5B}"/>
              </a:ext>
            </a:extLst>
          </p:cNvPr>
          <p:cNvSpPr/>
          <p:nvPr/>
        </p:nvSpPr>
        <p:spPr>
          <a:xfrm>
            <a:off x="276496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4D100492-573E-5A71-D7FC-1937CE65279F}"/>
              </a:ext>
            </a:extLst>
          </p:cNvPr>
          <p:cNvSpPr/>
          <p:nvPr/>
        </p:nvSpPr>
        <p:spPr>
          <a:xfrm>
            <a:off x="315685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3</a:t>
            </a: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6EC11077-2056-6A32-B437-A51ACC72A08F}"/>
              </a:ext>
            </a:extLst>
          </p:cNvPr>
          <p:cNvSpPr/>
          <p:nvPr/>
        </p:nvSpPr>
        <p:spPr>
          <a:xfrm>
            <a:off x="354874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4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FEEBBE3D-D00A-A23F-956E-DD5E917B6025}"/>
              </a:ext>
            </a:extLst>
          </p:cNvPr>
          <p:cNvSpPr/>
          <p:nvPr/>
        </p:nvSpPr>
        <p:spPr>
          <a:xfrm>
            <a:off x="394062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5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B052A537-864A-36C0-8A2A-B56FD48A885C}"/>
              </a:ext>
            </a:extLst>
          </p:cNvPr>
          <p:cNvSpPr/>
          <p:nvPr/>
        </p:nvSpPr>
        <p:spPr>
          <a:xfrm>
            <a:off x="433251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6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7C9BDC7-A84B-D5E5-CC23-D2C0E1B19994}"/>
              </a:ext>
            </a:extLst>
          </p:cNvPr>
          <p:cNvSpPr/>
          <p:nvPr/>
        </p:nvSpPr>
        <p:spPr>
          <a:xfrm>
            <a:off x="472439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7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8A961D4A-BDB8-D426-8416-06EB5CB994E4}"/>
              </a:ext>
            </a:extLst>
          </p:cNvPr>
          <p:cNvSpPr/>
          <p:nvPr/>
        </p:nvSpPr>
        <p:spPr>
          <a:xfrm>
            <a:off x="511628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8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467C8CCC-180F-D948-7D7B-19924D51567E}"/>
              </a:ext>
            </a:extLst>
          </p:cNvPr>
          <p:cNvSpPr/>
          <p:nvPr/>
        </p:nvSpPr>
        <p:spPr>
          <a:xfrm>
            <a:off x="550817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9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73D47FC6-2E73-199E-9C2A-E620FFEDC1B6}"/>
              </a:ext>
            </a:extLst>
          </p:cNvPr>
          <p:cNvSpPr/>
          <p:nvPr/>
        </p:nvSpPr>
        <p:spPr>
          <a:xfrm>
            <a:off x="590005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10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206721E4-3CDE-DC3F-2FA3-1EF523C5FCD7}"/>
              </a:ext>
            </a:extLst>
          </p:cNvPr>
          <p:cNvSpPr/>
          <p:nvPr/>
        </p:nvSpPr>
        <p:spPr>
          <a:xfrm>
            <a:off x="629194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11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20DC8D37-9BDA-F01B-394A-071745391275}"/>
              </a:ext>
            </a:extLst>
          </p:cNvPr>
          <p:cNvSpPr/>
          <p:nvPr/>
        </p:nvSpPr>
        <p:spPr>
          <a:xfrm>
            <a:off x="668382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12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EDFF6734-1A83-873A-E8C3-7474321140C9}"/>
              </a:ext>
            </a:extLst>
          </p:cNvPr>
          <p:cNvSpPr/>
          <p:nvPr/>
        </p:nvSpPr>
        <p:spPr>
          <a:xfrm>
            <a:off x="707571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13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73EEC78D-742B-4750-F2B8-A2F33CD793F6}"/>
              </a:ext>
            </a:extLst>
          </p:cNvPr>
          <p:cNvSpPr/>
          <p:nvPr/>
        </p:nvSpPr>
        <p:spPr>
          <a:xfrm>
            <a:off x="746760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14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A0FDC532-9074-EB93-FF9F-3406AC642A2B}"/>
              </a:ext>
            </a:extLst>
          </p:cNvPr>
          <p:cNvSpPr/>
          <p:nvPr/>
        </p:nvSpPr>
        <p:spPr>
          <a:xfrm>
            <a:off x="785948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15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320BDF6B-CF20-836E-6596-E9A0191BB90A}"/>
              </a:ext>
            </a:extLst>
          </p:cNvPr>
          <p:cNvSpPr/>
          <p:nvPr/>
        </p:nvSpPr>
        <p:spPr>
          <a:xfrm>
            <a:off x="821086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16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6CF4DFF6-CD04-A601-8426-0A722AB6EB03}"/>
              </a:ext>
            </a:extLst>
          </p:cNvPr>
          <p:cNvSpPr/>
          <p:nvPr/>
        </p:nvSpPr>
        <p:spPr>
          <a:xfrm>
            <a:off x="860274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17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1F359853-3A8C-290E-3AB5-FFA4C90F6250}"/>
              </a:ext>
            </a:extLst>
          </p:cNvPr>
          <p:cNvSpPr/>
          <p:nvPr/>
        </p:nvSpPr>
        <p:spPr>
          <a:xfrm>
            <a:off x="894805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18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29AF0D47-F238-9D73-C5D0-19C1A6F8706E}"/>
              </a:ext>
            </a:extLst>
          </p:cNvPr>
          <p:cNvSpPr/>
          <p:nvPr/>
        </p:nvSpPr>
        <p:spPr>
          <a:xfrm>
            <a:off x="933993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19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2DE0A112-2C64-E7B0-2EC7-BFD9F62A58EA}"/>
              </a:ext>
            </a:extLst>
          </p:cNvPr>
          <p:cNvSpPr/>
          <p:nvPr/>
        </p:nvSpPr>
        <p:spPr>
          <a:xfrm>
            <a:off x="973182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20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3D94B127-7F75-158B-21D0-5313A6993CCA}"/>
              </a:ext>
            </a:extLst>
          </p:cNvPr>
          <p:cNvSpPr/>
          <p:nvPr/>
        </p:nvSpPr>
        <p:spPr>
          <a:xfrm>
            <a:off x="1012371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21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FF157CA3-1F6D-709F-6DDB-C9CA194E1117}"/>
              </a:ext>
            </a:extLst>
          </p:cNvPr>
          <p:cNvSpPr/>
          <p:nvPr/>
        </p:nvSpPr>
        <p:spPr>
          <a:xfrm>
            <a:off x="1051559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22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60E2BA81-6829-A554-130A-088793F10E85}"/>
              </a:ext>
            </a:extLst>
          </p:cNvPr>
          <p:cNvSpPr/>
          <p:nvPr/>
        </p:nvSpPr>
        <p:spPr>
          <a:xfrm>
            <a:off x="1090748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23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4AABB2D-D9E8-79D7-4828-C55B1B6293B7}"/>
              </a:ext>
            </a:extLst>
          </p:cNvPr>
          <p:cNvSpPr/>
          <p:nvPr/>
        </p:nvSpPr>
        <p:spPr>
          <a:xfrm>
            <a:off x="1129936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24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6336F518-3590-CE83-E640-B32EBD8462FC}"/>
              </a:ext>
            </a:extLst>
          </p:cNvPr>
          <p:cNvSpPr txBox="1"/>
          <p:nvPr/>
        </p:nvSpPr>
        <p:spPr>
          <a:xfrm>
            <a:off x="516834" y="347870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Position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6918F387-3D52-5B8F-F8B8-C6A28992323F}"/>
              </a:ext>
            </a:extLst>
          </p:cNvPr>
          <p:cNvSpPr txBox="1"/>
          <p:nvPr/>
        </p:nvSpPr>
        <p:spPr>
          <a:xfrm>
            <a:off x="524822" y="2836445"/>
            <a:ext cx="1115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Lectures 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3CCDEEB5-C6D5-ED10-0464-AAB3E7E02E96}"/>
              </a:ext>
            </a:extLst>
          </p:cNvPr>
          <p:cNvSpPr txBox="1"/>
          <p:nvPr/>
        </p:nvSpPr>
        <p:spPr>
          <a:xfrm>
            <a:off x="500745" y="860999"/>
            <a:ext cx="121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6821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478E-7957-5A75-85D1-2AAAD5E1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392C56-3904-A4C4-798C-0FD6D7BF6E35}"/>
              </a:ext>
            </a:extLst>
          </p:cNvPr>
          <p:cNvSpPr/>
          <p:nvPr/>
        </p:nvSpPr>
        <p:spPr>
          <a:xfrm>
            <a:off x="2373083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D5E93-D684-CE92-D7B9-CA3A32663795}"/>
              </a:ext>
            </a:extLst>
          </p:cNvPr>
          <p:cNvSpPr/>
          <p:nvPr/>
        </p:nvSpPr>
        <p:spPr>
          <a:xfrm>
            <a:off x="2764969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7D648-FC32-FAC5-6320-6951CC8FA3B9}"/>
              </a:ext>
            </a:extLst>
          </p:cNvPr>
          <p:cNvSpPr/>
          <p:nvPr/>
        </p:nvSpPr>
        <p:spPr>
          <a:xfrm>
            <a:off x="3156855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51C12A-1022-9C58-F1B1-D9792949DCFF}"/>
              </a:ext>
            </a:extLst>
          </p:cNvPr>
          <p:cNvSpPr/>
          <p:nvPr/>
        </p:nvSpPr>
        <p:spPr>
          <a:xfrm>
            <a:off x="3548741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043CB9-2055-F0B3-3956-BDA0C03B9BBD}"/>
              </a:ext>
            </a:extLst>
          </p:cNvPr>
          <p:cNvSpPr/>
          <p:nvPr/>
        </p:nvSpPr>
        <p:spPr>
          <a:xfrm>
            <a:off x="3940627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B52684-1C18-F73E-C4C1-8503DDA5B79B}"/>
              </a:ext>
            </a:extLst>
          </p:cNvPr>
          <p:cNvSpPr/>
          <p:nvPr/>
        </p:nvSpPr>
        <p:spPr>
          <a:xfrm>
            <a:off x="4332513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F18CE2-D0E8-3F0D-DD47-A683241FCB6A}"/>
              </a:ext>
            </a:extLst>
          </p:cNvPr>
          <p:cNvSpPr/>
          <p:nvPr/>
        </p:nvSpPr>
        <p:spPr>
          <a:xfrm>
            <a:off x="4724399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C7AF84-27C9-97BA-6621-098C8F08D8EB}"/>
              </a:ext>
            </a:extLst>
          </p:cNvPr>
          <p:cNvSpPr/>
          <p:nvPr/>
        </p:nvSpPr>
        <p:spPr>
          <a:xfrm>
            <a:off x="5116285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9D30B6-4423-D9CB-3DDB-06B2C4F0C844}"/>
              </a:ext>
            </a:extLst>
          </p:cNvPr>
          <p:cNvSpPr/>
          <p:nvPr/>
        </p:nvSpPr>
        <p:spPr>
          <a:xfrm>
            <a:off x="5508171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DF3C00-F115-1D41-FE06-0ECDA745BA0E}"/>
              </a:ext>
            </a:extLst>
          </p:cNvPr>
          <p:cNvSpPr/>
          <p:nvPr/>
        </p:nvSpPr>
        <p:spPr>
          <a:xfrm>
            <a:off x="5900057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810F8F-46D1-2FAE-285C-C3ABE7CBAB74}"/>
              </a:ext>
            </a:extLst>
          </p:cNvPr>
          <p:cNvSpPr/>
          <p:nvPr/>
        </p:nvSpPr>
        <p:spPr>
          <a:xfrm>
            <a:off x="6291943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89669C-D218-C4CC-FCF9-4FA899AA7FF1}"/>
              </a:ext>
            </a:extLst>
          </p:cNvPr>
          <p:cNvSpPr/>
          <p:nvPr/>
        </p:nvSpPr>
        <p:spPr>
          <a:xfrm>
            <a:off x="6683829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980621-CCF8-197E-F018-EED03219031A}"/>
              </a:ext>
            </a:extLst>
          </p:cNvPr>
          <p:cNvSpPr/>
          <p:nvPr/>
        </p:nvSpPr>
        <p:spPr>
          <a:xfrm>
            <a:off x="7075715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3A79AF-A299-3419-8A83-5F70549476E4}"/>
              </a:ext>
            </a:extLst>
          </p:cNvPr>
          <p:cNvSpPr/>
          <p:nvPr/>
        </p:nvSpPr>
        <p:spPr>
          <a:xfrm>
            <a:off x="7467601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9259C-4E20-064D-EF0A-62783F3F4EB3}"/>
              </a:ext>
            </a:extLst>
          </p:cNvPr>
          <p:cNvSpPr/>
          <p:nvPr/>
        </p:nvSpPr>
        <p:spPr>
          <a:xfrm>
            <a:off x="7859487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F4E8DB-26FA-C405-5C42-CA29C86075BD}"/>
              </a:ext>
            </a:extLst>
          </p:cNvPr>
          <p:cNvSpPr/>
          <p:nvPr/>
        </p:nvSpPr>
        <p:spPr>
          <a:xfrm>
            <a:off x="8210863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335976-9C49-8D35-D2CF-974F0BAD0A2B}"/>
              </a:ext>
            </a:extLst>
          </p:cNvPr>
          <p:cNvSpPr/>
          <p:nvPr/>
        </p:nvSpPr>
        <p:spPr>
          <a:xfrm>
            <a:off x="8602749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4290B6-9469-ABD8-4F17-89D91AD171D0}"/>
              </a:ext>
            </a:extLst>
          </p:cNvPr>
          <p:cNvSpPr/>
          <p:nvPr/>
        </p:nvSpPr>
        <p:spPr>
          <a:xfrm>
            <a:off x="8948053" y="860999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0C9775-97A4-12C9-384D-B2E43CB4CE2C}"/>
              </a:ext>
            </a:extLst>
          </p:cNvPr>
          <p:cNvSpPr/>
          <p:nvPr/>
        </p:nvSpPr>
        <p:spPr>
          <a:xfrm>
            <a:off x="9339939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414C27-0479-E7C5-7AB9-8D5D84143C71}"/>
              </a:ext>
            </a:extLst>
          </p:cNvPr>
          <p:cNvSpPr/>
          <p:nvPr/>
        </p:nvSpPr>
        <p:spPr>
          <a:xfrm>
            <a:off x="9731825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2DEF65-37E8-907C-E875-9B7A02741E74}"/>
              </a:ext>
            </a:extLst>
          </p:cNvPr>
          <p:cNvSpPr/>
          <p:nvPr/>
        </p:nvSpPr>
        <p:spPr>
          <a:xfrm>
            <a:off x="10123711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2BEE43-A93C-C730-B942-96565A26E961}"/>
              </a:ext>
            </a:extLst>
          </p:cNvPr>
          <p:cNvSpPr/>
          <p:nvPr/>
        </p:nvSpPr>
        <p:spPr>
          <a:xfrm>
            <a:off x="10515597" y="860999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F9BF01F4-45EB-2C41-A161-D8D6E233BCA3}"/>
              </a:ext>
            </a:extLst>
          </p:cNvPr>
          <p:cNvSpPr/>
          <p:nvPr/>
        </p:nvSpPr>
        <p:spPr>
          <a:xfrm>
            <a:off x="10907483" y="860999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52963BB-9EA8-6724-04E0-CDA48A443016}"/>
              </a:ext>
            </a:extLst>
          </p:cNvPr>
          <p:cNvSpPr/>
          <p:nvPr/>
        </p:nvSpPr>
        <p:spPr>
          <a:xfrm>
            <a:off x="11299369" y="86099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BA468FE7-7EBB-7CD6-0607-3BF5D5FF283D}"/>
              </a:ext>
            </a:extLst>
          </p:cNvPr>
          <p:cNvSpPr/>
          <p:nvPr/>
        </p:nvSpPr>
        <p:spPr>
          <a:xfrm>
            <a:off x="2373083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45AA3699-8B74-D134-6910-745AA67BBB16}"/>
              </a:ext>
            </a:extLst>
          </p:cNvPr>
          <p:cNvSpPr/>
          <p:nvPr/>
        </p:nvSpPr>
        <p:spPr>
          <a:xfrm>
            <a:off x="2764969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2F56099-057E-FD7E-B219-A18E4AD5049B}"/>
              </a:ext>
            </a:extLst>
          </p:cNvPr>
          <p:cNvSpPr/>
          <p:nvPr/>
        </p:nvSpPr>
        <p:spPr>
          <a:xfrm>
            <a:off x="3156855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71187C91-A8AC-2E5A-CB25-A1EC1E3BBD2F}"/>
              </a:ext>
            </a:extLst>
          </p:cNvPr>
          <p:cNvSpPr/>
          <p:nvPr/>
        </p:nvSpPr>
        <p:spPr>
          <a:xfrm>
            <a:off x="3548741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EBCFD351-AABA-CE95-6C8B-40452D6DACB7}"/>
              </a:ext>
            </a:extLst>
          </p:cNvPr>
          <p:cNvSpPr/>
          <p:nvPr/>
        </p:nvSpPr>
        <p:spPr>
          <a:xfrm>
            <a:off x="3940627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0F04E59-A594-AD17-F4BE-9249E48273DD}"/>
              </a:ext>
            </a:extLst>
          </p:cNvPr>
          <p:cNvSpPr/>
          <p:nvPr/>
        </p:nvSpPr>
        <p:spPr>
          <a:xfrm>
            <a:off x="4724399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6D20EE00-E617-34C3-9759-CD153BBCA80F}"/>
              </a:ext>
            </a:extLst>
          </p:cNvPr>
          <p:cNvSpPr/>
          <p:nvPr/>
        </p:nvSpPr>
        <p:spPr>
          <a:xfrm>
            <a:off x="5116285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702C11-0145-C1EB-0DF5-573A2CF8B309}"/>
              </a:ext>
            </a:extLst>
          </p:cNvPr>
          <p:cNvSpPr/>
          <p:nvPr/>
        </p:nvSpPr>
        <p:spPr>
          <a:xfrm>
            <a:off x="5508171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C2B8C851-32E2-D87C-1BD6-40F6BB483169}"/>
              </a:ext>
            </a:extLst>
          </p:cNvPr>
          <p:cNvSpPr/>
          <p:nvPr/>
        </p:nvSpPr>
        <p:spPr>
          <a:xfrm>
            <a:off x="5900057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AD6CAA22-F5C5-62A8-EBEA-0182EEE8CF3B}"/>
              </a:ext>
            </a:extLst>
          </p:cNvPr>
          <p:cNvSpPr/>
          <p:nvPr/>
        </p:nvSpPr>
        <p:spPr>
          <a:xfrm>
            <a:off x="6291943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EA11FEDC-0FD0-804C-7192-32C6C06E303D}"/>
              </a:ext>
            </a:extLst>
          </p:cNvPr>
          <p:cNvSpPr/>
          <p:nvPr/>
        </p:nvSpPr>
        <p:spPr>
          <a:xfrm>
            <a:off x="6683829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A1EB090-37DA-7329-6AE7-006A10631A20}"/>
              </a:ext>
            </a:extLst>
          </p:cNvPr>
          <p:cNvSpPr/>
          <p:nvPr/>
        </p:nvSpPr>
        <p:spPr>
          <a:xfrm>
            <a:off x="7467601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79D0AF15-F48E-2ACD-3335-A8D2C21110DA}"/>
              </a:ext>
            </a:extLst>
          </p:cNvPr>
          <p:cNvSpPr/>
          <p:nvPr/>
        </p:nvSpPr>
        <p:spPr>
          <a:xfrm>
            <a:off x="7859487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72CD5AAA-E147-B511-76C1-0B568F6BAACC}"/>
              </a:ext>
            </a:extLst>
          </p:cNvPr>
          <p:cNvSpPr/>
          <p:nvPr/>
        </p:nvSpPr>
        <p:spPr>
          <a:xfrm>
            <a:off x="8210863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842A09FE-4D45-A224-3484-F940C98EC72F}"/>
              </a:ext>
            </a:extLst>
          </p:cNvPr>
          <p:cNvSpPr/>
          <p:nvPr/>
        </p:nvSpPr>
        <p:spPr>
          <a:xfrm>
            <a:off x="8602749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BF71AED2-56EB-4741-C552-B8BCE486CA4E}"/>
              </a:ext>
            </a:extLst>
          </p:cNvPr>
          <p:cNvSpPr/>
          <p:nvPr/>
        </p:nvSpPr>
        <p:spPr>
          <a:xfrm>
            <a:off x="8948053" y="21008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B029ECA9-2EDA-1A9A-759B-368C074A7BB3}"/>
              </a:ext>
            </a:extLst>
          </p:cNvPr>
          <p:cNvSpPr/>
          <p:nvPr/>
        </p:nvSpPr>
        <p:spPr>
          <a:xfrm>
            <a:off x="9731825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51FD1A39-8EFF-94B2-1B8B-08933F952478}"/>
              </a:ext>
            </a:extLst>
          </p:cNvPr>
          <p:cNvSpPr/>
          <p:nvPr/>
        </p:nvSpPr>
        <p:spPr>
          <a:xfrm>
            <a:off x="10123711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18898F7-3C93-0E60-EC62-4B8DF94AC01D}"/>
              </a:ext>
            </a:extLst>
          </p:cNvPr>
          <p:cNvSpPr/>
          <p:nvPr/>
        </p:nvSpPr>
        <p:spPr>
          <a:xfrm>
            <a:off x="10515597" y="21008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9193E0F-ED66-1CEA-9F08-90A3B407AE1D}"/>
              </a:ext>
            </a:extLst>
          </p:cNvPr>
          <p:cNvSpPr/>
          <p:nvPr/>
        </p:nvSpPr>
        <p:spPr>
          <a:xfrm>
            <a:off x="2373083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ECA8ACE0-706D-40AF-7D40-F3C524826365}"/>
              </a:ext>
            </a:extLst>
          </p:cNvPr>
          <p:cNvSpPr/>
          <p:nvPr/>
        </p:nvSpPr>
        <p:spPr>
          <a:xfrm>
            <a:off x="2764969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58F07EE-F2DA-6117-C957-4893F234D981}"/>
              </a:ext>
            </a:extLst>
          </p:cNvPr>
          <p:cNvSpPr/>
          <p:nvPr/>
        </p:nvSpPr>
        <p:spPr>
          <a:xfrm>
            <a:off x="3156855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EAC35D92-6493-6054-BC36-E88EB4A512B2}"/>
              </a:ext>
            </a:extLst>
          </p:cNvPr>
          <p:cNvSpPr/>
          <p:nvPr/>
        </p:nvSpPr>
        <p:spPr>
          <a:xfrm>
            <a:off x="3548741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8766CAF8-A46E-A89A-34B9-80B77F9D7096}"/>
              </a:ext>
            </a:extLst>
          </p:cNvPr>
          <p:cNvSpPr/>
          <p:nvPr/>
        </p:nvSpPr>
        <p:spPr>
          <a:xfrm>
            <a:off x="3940627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435E33FD-3794-0C1D-6D7B-DD02071E74A4}"/>
              </a:ext>
            </a:extLst>
          </p:cNvPr>
          <p:cNvSpPr/>
          <p:nvPr/>
        </p:nvSpPr>
        <p:spPr>
          <a:xfrm>
            <a:off x="5116285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7E3A0D08-4888-D113-A1BB-8EB9B9F1A4E0}"/>
              </a:ext>
            </a:extLst>
          </p:cNvPr>
          <p:cNvSpPr/>
          <p:nvPr/>
        </p:nvSpPr>
        <p:spPr>
          <a:xfrm>
            <a:off x="5508171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5DEE3DAA-D1C7-0862-4B82-C78F44F15020}"/>
              </a:ext>
            </a:extLst>
          </p:cNvPr>
          <p:cNvSpPr/>
          <p:nvPr/>
        </p:nvSpPr>
        <p:spPr>
          <a:xfrm>
            <a:off x="6291943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612A8878-6505-0594-46D7-6BE9FC857A0C}"/>
              </a:ext>
            </a:extLst>
          </p:cNvPr>
          <p:cNvSpPr/>
          <p:nvPr/>
        </p:nvSpPr>
        <p:spPr>
          <a:xfrm>
            <a:off x="6683829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5C6A88A8-73BA-323A-9599-325AA2905FC9}"/>
              </a:ext>
            </a:extLst>
          </p:cNvPr>
          <p:cNvSpPr/>
          <p:nvPr/>
        </p:nvSpPr>
        <p:spPr>
          <a:xfrm>
            <a:off x="7075715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B2A795FD-9F82-900E-7780-EF75CFD24F78}"/>
              </a:ext>
            </a:extLst>
          </p:cNvPr>
          <p:cNvSpPr/>
          <p:nvPr/>
        </p:nvSpPr>
        <p:spPr>
          <a:xfrm>
            <a:off x="7859487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7A3D871C-258E-518A-4D98-1DD9269329C1}"/>
              </a:ext>
            </a:extLst>
          </p:cNvPr>
          <p:cNvSpPr/>
          <p:nvPr/>
        </p:nvSpPr>
        <p:spPr>
          <a:xfrm>
            <a:off x="8210863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E667698-E972-9577-FC47-0751D2CD92CF}"/>
              </a:ext>
            </a:extLst>
          </p:cNvPr>
          <p:cNvSpPr/>
          <p:nvPr/>
        </p:nvSpPr>
        <p:spPr>
          <a:xfrm>
            <a:off x="8602749" y="25580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5ABCC064-4BE4-1471-72B1-26A8B00A61CE}"/>
              </a:ext>
            </a:extLst>
          </p:cNvPr>
          <p:cNvSpPr/>
          <p:nvPr/>
        </p:nvSpPr>
        <p:spPr>
          <a:xfrm>
            <a:off x="9339939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B0FF61C8-FB6C-39AD-2677-0C71DA70C093}"/>
              </a:ext>
            </a:extLst>
          </p:cNvPr>
          <p:cNvSpPr/>
          <p:nvPr/>
        </p:nvSpPr>
        <p:spPr>
          <a:xfrm>
            <a:off x="9731825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F36CA58B-2471-AB9F-4599-FCA233F2CD44}"/>
              </a:ext>
            </a:extLst>
          </p:cNvPr>
          <p:cNvSpPr/>
          <p:nvPr/>
        </p:nvSpPr>
        <p:spPr>
          <a:xfrm>
            <a:off x="10123711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ED41CE5E-9E12-03F6-484C-4F800D192BE6}"/>
              </a:ext>
            </a:extLst>
          </p:cNvPr>
          <p:cNvSpPr/>
          <p:nvPr/>
        </p:nvSpPr>
        <p:spPr>
          <a:xfrm>
            <a:off x="10515597" y="25580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18092965-5A12-9624-2661-22216340CE60}"/>
              </a:ext>
            </a:extLst>
          </p:cNvPr>
          <p:cNvSpPr/>
          <p:nvPr/>
        </p:nvSpPr>
        <p:spPr>
          <a:xfrm>
            <a:off x="2764969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B4D6D251-FF9A-C17E-D057-D503EA191846}"/>
              </a:ext>
            </a:extLst>
          </p:cNvPr>
          <p:cNvSpPr/>
          <p:nvPr/>
        </p:nvSpPr>
        <p:spPr>
          <a:xfrm>
            <a:off x="3156855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0E89AA90-FA1D-E126-BAA1-C8DBCC9CC966}"/>
              </a:ext>
            </a:extLst>
          </p:cNvPr>
          <p:cNvSpPr/>
          <p:nvPr/>
        </p:nvSpPr>
        <p:spPr>
          <a:xfrm>
            <a:off x="3548741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5FD91A98-AB62-AAAE-6D1A-5895B90F37DE}"/>
              </a:ext>
            </a:extLst>
          </p:cNvPr>
          <p:cNvSpPr/>
          <p:nvPr/>
        </p:nvSpPr>
        <p:spPr>
          <a:xfrm>
            <a:off x="3940627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6F781609-FB0B-74FD-F780-F9D2C7EDCAD7}"/>
              </a:ext>
            </a:extLst>
          </p:cNvPr>
          <p:cNvSpPr/>
          <p:nvPr/>
        </p:nvSpPr>
        <p:spPr>
          <a:xfrm>
            <a:off x="4332513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C6F42EA1-3259-62A2-24FC-398DE616E648}"/>
              </a:ext>
            </a:extLst>
          </p:cNvPr>
          <p:cNvSpPr/>
          <p:nvPr/>
        </p:nvSpPr>
        <p:spPr>
          <a:xfrm>
            <a:off x="5116285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A867B760-3B95-7C46-9026-ED7B34CFDE62}"/>
              </a:ext>
            </a:extLst>
          </p:cNvPr>
          <p:cNvSpPr/>
          <p:nvPr/>
        </p:nvSpPr>
        <p:spPr>
          <a:xfrm>
            <a:off x="5508171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A668D4E0-534F-309C-7BA6-E37F6E000DA5}"/>
              </a:ext>
            </a:extLst>
          </p:cNvPr>
          <p:cNvSpPr/>
          <p:nvPr/>
        </p:nvSpPr>
        <p:spPr>
          <a:xfrm>
            <a:off x="5900057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121941AB-9F1A-05DE-2ABC-407EEF30D6BE}"/>
              </a:ext>
            </a:extLst>
          </p:cNvPr>
          <p:cNvSpPr/>
          <p:nvPr/>
        </p:nvSpPr>
        <p:spPr>
          <a:xfrm>
            <a:off x="6291943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302DBCFC-D998-35D3-B910-64D0EEF869D9}"/>
              </a:ext>
            </a:extLst>
          </p:cNvPr>
          <p:cNvSpPr/>
          <p:nvPr/>
        </p:nvSpPr>
        <p:spPr>
          <a:xfrm>
            <a:off x="6683829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E1F56291-9B78-0D3E-5563-9A7642CBE297}"/>
              </a:ext>
            </a:extLst>
          </p:cNvPr>
          <p:cNvSpPr/>
          <p:nvPr/>
        </p:nvSpPr>
        <p:spPr>
          <a:xfrm>
            <a:off x="7467601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645AA909-06A4-B6EE-B707-3FE7892DD409}"/>
              </a:ext>
            </a:extLst>
          </p:cNvPr>
          <p:cNvSpPr/>
          <p:nvPr/>
        </p:nvSpPr>
        <p:spPr>
          <a:xfrm>
            <a:off x="7859487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E7DA770E-EA57-B75B-0450-FCB16711BFBE}"/>
              </a:ext>
            </a:extLst>
          </p:cNvPr>
          <p:cNvSpPr/>
          <p:nvPr/>
        </p:nvSpPr>
        <p:spPr>
          <a:xfrm>
            <a:off x="8210863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E494300B-45C4-17D8-FC94-38C26C717C93}"/>
              </a:ext>
            </a:extLst>
          </p:cNvPr>
          <p:cNvSpPr/>
          <p:nvPr/>
        </p:nvSpPr>
        <p:spPr>
          <a:xfrm>
            <a:off x="8602749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51516639-568A-A782-172A-FF3087C0D197}"/>
              </a:ext>
            </a:extLst>
          </p:cNvPr>
          <p:cNvSpPr/>
          <p:nvPr/>
        </p:nvSpPr>
        <p:spPr>
          <a:xfrm>
            <a:off x="8948053" y="30152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B017DF8B-D373-6E59-2851-F45A5E4F717B}"/>
              </a:ext>
            </a:extLst>
          </p:cNvPr>
          <p:cNvSpPr/>
          <p:nvPr/>
        </p:nvSpPr>
        <p:spPr>
          <a:xfrm>
            <a:off x="9731825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CE8F238-42C1-037D-9E55-38841615E8DD}"/>
              </a:ext>
            </a:extLst>
          </p:cNvPr>
          <p:cNvSpPr/>
          <p:nvPr/>
        </p:nvSpPr>
        <p:spPr>
          <a:xfrm>
            <a:off x="10123711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B4A01C81-AE4C-F36D-D1F3-C207837AAAE7}"/>
              </a:ext>
            </a:extLst>
          </p:cNvPr>
          <p:cNvSpPr/>
          <p:nvPr/>
        </p:nvSpPr>
        <p:spPr>
          <a:xfrm>
            <a:off x="10515597" y="30152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446E4040-88DE-06BA-A751-5CC6C80167B9}"/>
              </a:ext>
            </a:extLst>
          </p:cNvPr>
          <p:cNvSpPr/>
          <p:nvPr/>
        </p:nvSpPr>
        <p:spPr>
          <a:xfrm>
            <a:off x="2764969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B8660E3-B536-249F-FE7A-F715A45354D7}"/>
              </a:ext>
            </a:extLst>
          </p:cNvPr>
          <p:cNvSpPr/>
          <p:nvPr/>
        </p:nvSpPr>
        <p:spPr>
          <a:xfrm>
            <a:off x="3156855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AC8956EC-C267-BE30-62C1-637263720A32}"/>
              </a:ext>
            </a:extLst>
          </p:cNvPr>
          <p:cNvSpPr/>
          <p:nvPr/>
        </p:nvSpPr>
        <p:spPr>
          <a:xfrm>
            <a:off x="3548741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12BFB70F-731C-5B8D-753C-8B6E13CB52EE}"/>
              </a:ext>
            </a:extLst>
          </p:cNvPr>
          <p:cNvSpPr/>
          <p:nvPr/>
        </p:nvSpPr>
        <p:spPr>
          <a:xfrm>
            <a:off x="3940627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A3A9425-C3C5-7537-3D5B-C9738E981AA8}"/>
              </a:ext>
            </a:extLst>
          </p:cNvPr>
          <p:cNvSpPr/>
          <p:nvPr/>
        </p:nvSpPr>
        <p:spPr>
          <a:xfrm>
            <a:off x="4332513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C41E323-21C2-7FDC-980B-BDFAC9AD48AA}"/>
              </a:ext>
            </a:extLst>
          </p:cNvPr>
          <p:cNvSpPr/>
          <p:nvPr/>
        </p:nvSpPr>
        <p:spPr>
          <a:xfrm>
            <a:off x="5116285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2DB04CCA-68F1-5348-8EEB-807D1B711D27}"/>
              </a:ext>
            </a:extLst>
          </p:cNvPr>
          <p:cNvSpPr/>
          <p:nvPr/>
        </p:nvSpPr>
        <p:spPr>
          <a:xfrm>
            <a:off x="5508171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04448FA3-86EC-6FCC-9D63-10DED05DE285}"/>
              </a:ext>
            </a:extLst>
          </p:cNvPr>
          <p:cNvSpPr/>
          <p:nvPr/>
        </p:nvSpPr>
        <p:spPr>
          <a:xfrm>
            <a:off x="6291943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25303143-7ED3-1921-2273-F521AC31F4C3}"/>
              </a:ext>
            </a:extLst>
          </p:cNvPr>
          <p:cNvSpPr/>
          <p:nvPr/>
        </p:nvSpPr>
        <p:spPr>
          <a:xfrm>
            <a:off x="6683829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5B404DEC-9644-7992-B2D3-57CB32ABC0A5}"/>
              </a:ext>
            </a:extLst>
          </p:cNvPr>
          <p:cNvSpPr/>
          <p:nvPr/>
        </p:nvSpPr>
        <p:spPr>
          <a:xfrm>
            <a:off x="7467601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857BF3E6-E46E-AE9C-4ACA-326FBC43B36B}"/>
              </a:ext>
            </a:extLst>
          </p:cNvPr>
          <p:cNvSpPr/>
          <p:nvPr/>
        </p:nvSpPr>
        <p:spPr>
          <a:xfrm>
            <a:off x="7859487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F992144D-E9EB-AEB5-2E9D-DB599AFFF25D}"/>
              </a:ext>
            </a:extLst>
          </p:cNvPr>
          <p:cNvSpPr/>
          <p:nvPr/>
        </p:nvSpPr>
        <p:spPr>
          <a:xfrm>
            <a:off x="8210863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82094CB6-7FBC-58A9-F98E-FEFCA2FDC615}"/>
              </a:ext>
            </a:extLst>
          </p:cNvPr>
          <p:cNvSpPr/>
          <p:nvPr/>
        </p:nvSpPr>
        <p:spPr>
          <a:xfrm>
            <a:off x="8602749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E378930B-62C0-3F53-1551-A2E734FE9E00}"/>
              </a:ext>
            </a:extLst>
          </p:cNvPr>
          <p:cNvSpPr/>
          <p:nvPr/>
        </p:nvSpPr>
        <p:spPr>
          <a:xfrm>
            <a:off x="8948053" y="347247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A00545F-1E81-9094-3CE6-0C6596BB4E41}"/>
              </a:ext>
            </a:extLst>
          </p:cNvPr>
          <p:cNvSpPr/>
          <p:nvPr/>
        </p:nvSpPr>
        <p:spPr>
          <a:xfrm>
            <a:off x="9339939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EBC6E80A-EB8F-0893-CF0E-442BE7A3D724}"/>
              </a:ext>
            </a:extLst>
          </p:cNvPr>
          <p:cNvSpPr/>
          <p:nvPr/>
        </p:nvSpPr>
        <p:spPr>
          <a:xfrm>
            <a:off x="9731825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C1013315-D713-FBD1-D477-120CA126E5A8}"/>
              </a:ext>
            </a:extLst>
          </p:cNvPr>
          <p:cNvSpPr/>
          <p:nvPr/>
        </p:nvSpPr>
        <p:spPr>
          <a:xfrm>
            <a:off x="10123711" y="34724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631F7631-F43F-4FCA-63FD-A283A8D637DE}"/>
              </a:ext>
            </a:extLst>
          </p:cNvPr>
          <p:cNvSpPr/>
          <p:nvPr/>
        </p:nvSpPr>
        <p:spPr>
          <a:xfrm>
            <a:off x="10515597" y="347247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4C20444C-BD7A-B756-A3DE-5E0BA57C3187}"/>
              </a:ext>
            </a:extLst>
          </p:cNvPr>
          <p:cNvSpPr/>
          <p:nvPr/>
        </p:nvSpPr>
        <p:spPr>
          <a:xfrm>
            <a:off x="2764969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BD892BE0-7BA4-7CD9-17EF-EF8582E066EE}"/>
              </a:ext>
            </a:extLst>
          </p:cNvPr>
          <p:cNvSpPr/>
          <p:nvPr/>
        </p:nvSpPr>
        <p:spPr>
          <a:xfrm>
            <a:off x="3156855" y="39166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6070FCD0-456D-C7A1-C4F7-C34A21A032E9}"/>
              </a:ext>
            </a:extLst>
          </p:cNvPr>
          <p:cNvSpPr/>
          <p:nvPr/>
        </p:nvSpPr>
        <p:spPr>
          <a:xfrm>
            <a:off x="3548741" y="39166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967F30E3-AA4F-FB92-4D37-69C3B4DCE23B}"/>
              </a:ext>
            </a:extLst>
          </p:cNvPr>
          <p:cNvSpPr/>
          <p:nvPr/>
        </p:nvSpPr>
        <p:spPr>
          <a:xfrm>
            <a:off x="3940627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832E9EDF-90CF-3EFC-3E6A-8AD8480C7051}"/>
              </a:ext>
            </a:extLst>
          </p:cNvPr>
          <p:cNvSpPr/>
          <p:nvPr/>
        </p:nvSpPr>
        <p:spPr>
          <a:xfrm>
            <a:off x="4332513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E7D55385-C362-9C63-4A96-B0D02EDB4972}"/>
              </a:ext>
            </a:extLst>
          </p:cNvPr>
          <p:cNvSpPr/>
          <p:nvPr/>
        </p:nvSpPr>
        <p:spPr>
          <a:xfrm>
            <a:off x="5116285" y="39166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16B2F22E-657B-1C84-2B75-62E2EA1F6EF0}"/>
              </a:ext>
            </a:extLst>
          </p:cNvPr>
          <p:cNvSpPr/>
          <p:nvPr/>
        </p:nvSpPr>
        <p:spPr>
          <a:xfrm>
            <a:off x="5508171" y="39166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B9776D53-BAD5-8E60-F8A9-33A703CA44CF}"/>
              </a:ext>
            </a:extLst>
          </p:cNvPr>
          <p:cNvSpPr/>
          <p:nvPr/>
        </p:nvSpPr>
        <p:spPr>
          <a:xfrm>
            <a:off x="6291943" y="39166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960BF44-A60E-1663-2003-459F1594BD6E}"/>
              </a:ext>
            </a:extLst>
          </p:cNvPr>
          <p:cNvSpPr/>
          <p:nvPr/>
        </p:nvSpPr>
        <p:spPr>
          <a:xfrm>
            <a:off x="6683829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D4B97848-9657-43F4-374B-5830E0D662B5}"/>
              </a:ext>
            </a:extLst>
          </p:cNvPr>
          <p:cNvSpPr/>
          <p:nvPr/>
        </p:nvSpPr>
        <p:spPr>
          <a:xfrm>
            <a:off x="7467601" y="39166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177820B5-BB23-DB49-7E78-816BAAE5DD6B}"/>
              </a:ext>
            </a:extLst>
          </p:cNvPr>
          <p:cNvSpPr/>
          <p:nvPr/>
        </p:nvSpPr>
        <p:spPr>
          <a:xfrm>
            <a:off x="7859487" y="39166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EF3B7B70-22F3-6861-455D-006A5C96C648}"/>
              </a:ext>
            </a:extLst>
          </p:cNvPr>
          <p:cNvSpPr/>
          <p:nvPr/>
        </p:nvSpPr>
        <p:spPr>
          <a:xfrm>
            <a:off x="8210863" y="39166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C18EA4BC-75F3-D4A5-642F-6423BED93E53}"/>
              </a:ext>
            </a:extLst>
          </p:cNvPr>
          <p:cNvSpPr/>
          <p:nvPr/>
        </p:nvSpPr>
        <p:spPr>
          <a:xfrm>
            <a:off x="8602749" y="39166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51EE9973-5792-8E9E-940A-D8D9727DFD68}"/>
              </a:ext>
            </a:extLst>
          </p:cNvPr>
          <p:cNvSpPr/>
          <p:nvPr/>
        </p:nvSpPr>
        <p:spPr>
          <a:xfrm>
            <a:off x="8994635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40549EE9-5786-C644-58CF-4788598B4429}"/>
              </a:ext>
            </a:extLst>
          </p:cNvPr>
          <p:cNvSpPr/>
          <p:nvPr/>
        </p:nvSpPr>
        <p:spPr>
          <a:xfrm>
            <a:off x="3156855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6AA25CB9-1200-F539-F69B-C7D47D5BE09C}"/>
              </a:ext>
            </a:extLst>
          </p:cNvPr>
          <p:cNvSpPr/>
          <p:nvPr/>
        </p:nvSpPr>
        <p:spPr>
          <a:xfrm>
            <a:off x="3548741" y="43738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EA49857F-8CE1-1D57-5A31-79A9E7B61EA9}"/>
              </a:ext>
            </a:extLst>
          </p:cNvPr>
          <p:cNvSpPr/>
          <p:nvPr/>
        </p:nvSpPr>
        <p:spPr>
          <a:xfrm>
            <a:off x="3940627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86C89574-7192-0D7E-FEE3-EA2DF64BEA04}"/>
              </a:ext>
            </a:extLst>
          </p:cNvPr>
          <p:cNvSpPr/>
          <p:nvPr/>
        </p:nvSpPr>
        <p:spPr>
          <a:xfrm>
            <a:off x="4332513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2B279F7A-F024-414B-3FC3-9595DF6A8550}"/>
              </a:ext>
            </a:extLst>
          </p:cNvPr>
          <p:cNvSpPr/>
          <p:nvPr/>
        </p:nvSpPr>
        <p:spPr>
          <a:xfrm>
            <a:off x="4724399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CB93F8DD-DB8E-33FD-81D0-4A55CB52CC3A}"/>
              </a:ext>
            </a:extLst>
          </p:cNvPr>
          <p:cNvSpPr/>
          <p:nvPr/>
        </p:nvSpPr>
        <p:spPr>
          <a:xfrm>
            <a:off x="5508171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9B02177F-1E58-A93C-1BE6-71FD5E3A4B26}"/>
              </a:ext>
            </a:extLst>
          </p:cNvPr>
          <p:cNvSpPr/>
          <p:nvPr/>
        </p:nvSpPr>
        <p:spPr>
          <a:xfrm>
            <a:off x="5900057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58F4E1AB-8EFC-9A36-EB0C-DAD58F3807FC}"/>
              </a:ext>
            </a:extLst>
          </p:cNvPr>
          <p:cNvSpPr/>
          <p:nvPr/>
        </p:nvSpPr>
        <p:spPr>
          <a:xfrm>
            <a:off x="6291943" y="43738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5639631D-ED08-5349-2D6D-92F84C4CFB5D}"/>
              </a:ext>
            </a:extLst>
          </p:cNvPr>
          <p:cNvSpPr/>
          <p:nvPr/>
        </p:nvSpPr>
        <p:spPr>
          <a:xfrm>
            <a:off x="6683829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E2BBB83D-BEE6-D7BE-4199-A171924FF076}"/>
              </a:ext>
            </a:extLst>
          </p:cNvPr>
          <p:cNvSpPr/>
          <p:nvPr/>
        </p:nvSpPr>
        <p:spPr>
          <a:xfrm>
            <a:off x="7075715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E874FFD2-7F05-938F-4099-79EBE3BD6A64}"/>
              </a:ext>
            </a:extLst>
          </p:cNvPr>
          <p:cNvSpPr/>
          <p:nvPr/>
        </p:nvSpPr>
        <p:spPr>
          <a:xfrm>
            <a:off x="8210863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B25C4B0A-D6A6-8224-CC30-316422356836}"/>
              </a:ext>
            </a:extLst>
          </p:cNvPr>
          <p:cNvSpPr/>
          <p:nvPr/>
        </p:nvSpPr>
        <p:spPr>
          <a:xfrm>
            <a:off x="8602749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EF8D40AB-3AB1-F826-4A91-EDA6FBBCCF3B}"/>
              </a:ext>
            </a:extLst>
          </p:cNvPr>
          <p:cNvSpPr/>
          <p:nvPr/>
        </p:nvSpPr>
        <p:spPr>
          <a:xfrm>
            <a:off x="8948053" y="43738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18D9AD29-1A2B-3409-653F-193E9F78BE39}"/>
              </a:ext>
            </a:extLst>
          </p:cNvPr>
          <p:cNvSpPr/>
          <p:nvPr/>
        </p:nvSpPr>
        <p:spPr>
          <a:xfrm>
            <a:off x="9339939" y="43738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F563447E-111B-22D6-BE0F-BB3EBE2702BD}"/>
              </a:ext>
            </a:extLst>
          </p:cNvPr>
          <p:cNvSpPr/>
          <p:nvPr/>
        </p:nvSpPr>
        <p:spPr>
          <a:xfrm>
            <a:off x="9731825" y="43738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1FF11790-C2B5-55DE-BE7E-30E7C88504AD}"/>
              </a:ext>
            </a:extLst>
          </p:cNvPr>
          <p:cNvSpPr/>
          <p:nvPr/>
        </p:nvSpPr>
        <p:spPr>
          <a:xfrm>
            <a:off x="3156855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D44050B6-FF41-5DC5-CC0C-28F42310BF4B}"/>
              </a:ext>
            </a:extLst>
          </p:cNvPr>
          <p:cNvSpPr/>
          <p:nvPr/>
        </p:nvSpPr>
        <p:spPr>
          <a:xfrm>
            <a:off x="3548741" y="48310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F5996A06-651D-3D6E-FABF-8B138164A925}"/>
              </a:ext>
            </a:extLst>
          </p:cNvPr>
          <p:cNvSpPr/>
          <p:nvPr/>
        </p:nvSpPr>
        <p:spPr>
          <a:xfrm>
            <a:off x="3940627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7CE55C34-5663-8A8D-48D9-9299E29A594A}"/>
              </a:ext>
            </a:extLst>
          </p:cNvPr>
          <p:cNvSpPr/>
          <p:nvPr/>
        </p:nvSpPr>
        <p:spPr>
          <a:xfrm>
            <a:off x="4332513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6714D500-1837-9D68-DCF9-78F20ED9B261}"/>
              </a:ext>
            </a:extLst>
          </p:cNvPr>
          <p:cNvSpPr/>
          <p:nvPr/>
        </p:nvSpPr>
        <p:spPr>
          <a:xfrm>
            <a:off x="4724399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73F19C17-5E3C-74AC-9E46-6524A6ECFDFC}"/>
              </a:ext>
            </a:extLst>
          </p:cNvPr>
          <p:cNvSpPr/>
          <p:nvPr/>
        </p:nvSpPr>
        <p:spPr>
          <a:xfrm>
            <a:off x="5508171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8F41D866-F4E3-2523-2510-87ED81406F02}"/>
              </a:ext>
            </a:extLst>
          </p:cNvPr>
          <p:cNvSpPr/>
          <p:nvPr/>
        </p:nvSpPr>
        <p:spPr>
          <a:xfrm>
            <a:off x="5900057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A5344DF-17C4-4784-0A33-C7D553836309}"/>
              </a:ext>
            </a:extLst>
          </p:cNvPr>
          <p:cNvSpPr/>
          <p:nvPr/>
        </p:nvSpPr>
        <p:spPr>
          <a:xfrm>
            <a:off x="6291943" y="48310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09D84924-A503-12A3-9AE4-C7395DCFDE94}"/>
              </a:ext>
            </a:extLst>
          </p:cNvPr>
          <p:cNvSpPr/>
          <p:nvPr/>
        </p:nvSpPr>
        <p:spPr>
          <a:xfrm>
            <a:off x="6683829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15D5D041-BB7C-74D1-75D8-8D76B116E71D}"/>
              </a:ext>
            </a:extLst>
          </p:cNvPr>
          <p:cNvSpPr/>
          <p:nvPr/>
        </p:nvSpPr>
        <p:spPr>
          <a:xfrm>
            <a:off x="7075715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CB22B2BA-0010-3107-3E77-52C59C884352}"/>
              </a:ext>
            </a:extLst>
          </p:cNvPr>
          <p:cNvSpPr/>
          <p:nvPr/>
        </p:nvSpPr>
        <p:spPr>
          <a:xfrm>
            <a:off x="8602749" y="4831014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2BD7F77-0D70-00E7-97A3-E342FE7B46D9}"/>
              </a:ext>
            </a:extLst>
          </p:cNvPr>
          <p:cNvSpPr/>
          <p:nvPr/>
        </p:nvSpPr>
        <p:spPr>
          <a:xfrm>
            <a:off x="9339939" y="4831014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8F6A4F05-C7A4-C5E0-9AC1-13155B8099A6}"/>
              </a:ext>
            </a:extLst>
          </p:cNvPr>
          <p:cNvSpPr/>
          <p:nvPr/>
        </p:nvSpPr>
        <p:spPr>
          <a:xfrm>
            <a:off x="9731825" y="4831014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1552F96D-5F51-E56B-571C-B2FAE0C51269}"/>
              </a:ext>
            </a:extLst>
          </p:cNvPr>
          <p:cNvSpPr/>
          <p:nvPr/>
        </p:nvSpPr>
        <p:spPr>
          <a:xfrm>
            <a:off x="10123711" y="4831014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0EDD68F1-868F-5D10-4E91-5C8966257444}"/>
              </a:ext>
            </a:extLst>
          </p:cNvPr>
          <p:cNvSpPr/>
          <p:nvPr/>
        </p:nvSpPr>
        <p:spPr>
          <a:xfrm>
            <a:off x="7467601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19734CF4-96C8-1D53-EDB0-D125687215CD}"/>
              </a:ext>
            </a:extLst>
          </p:cNvPr>
          <p:cNvSpPr/>
          <p:nvPr/>
        </p:nvSpPr>
        <p:spPr>
          <a:xfrm>
            <a:off x="10907483" y="25580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DACC0E28-20F1-6417-D439-E2F6728F6F30}"/>
              </a:ext>
            </a:extLst>
          </p:cNvPr>
          <p:cNvSpPr/>
          <p:nvPr/>
        </p:nvSpPr>
        <p:spPr>
          <a:xfrm>
            <a:off x="10907483" y="21008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2C6ABFDE-3708-4754-E1C4-977C3F86735E}"/>
              </a:ext>
            </a:extLst>
          </p:cNvPr>
          <p:cNvSpPr/>
          <p:nvPr/>
        </p:nvSpPr>
        <p:spPr>
          <a:xfrm>
            <a:off x="11299369" y="21008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AA9AE823-F140-89E0-F353-DB0A2353801C}"/>
              </a:ext>
            </a:extLst>
          </p:cNvPr>
          <p:cNvSpPr/>
          <p:nvPr/>
        </p:nvSpPr>
        <p:spPr>
          <a:xfrm>
            <a:off x="10907483" y="301527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64109943-4688-BF2D-CB91-06424DA801B4}"/>
              </a:ext>
            </a:extLst>
          </p:cNvPr>
          <p:cNvSpPr/>
          <p:nvPr/>
        </p:nvSpPr>
        <p:spPr>
          <a:xfrm>
            <a:off x="11299369" y="30152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49FA1F97-9C3B-DB3A-F6CD-E7AC9F8BBE3E}"/>
              </a:ext>
            </a:extLst>
          </p:cNvPr>
          <p:cNvSpPr/>
          <p:nvPr/>
        </p:nvSpPr>
        <p:spPr>
          <a:xfrm>
            <a:off x="10907483" y="34687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FC97CEF-A31B-438E-C465-506AEEE7035D}"/>
              </a:ext>
            </a:extLst>
          </p:cNvPr>
          <p:cNvSpPr/>
          <p:nvPr/>
        </p:nvSpPr>
        <p:spPr>
          <a:xfrm>
            <a:off x="5889078" y="25580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BD44194-7D0A-2E07-1C60-B4CD8B3AB5B1}"/>
              </a:ext>
            </a:extLst>
          </p:cNvPr>
          <p:cNvSpPr/>
          <p:nvPr/>
        </p:nvSpPr>
        <p:spPr>
          <a:xfrm>
            <a:off x="5900057" y="347247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167B67DD-8385-B4CA-BE2A-9C3FD7935091}"/>
              </a:ext>
            </a:extLst>
          </p:cNvPr>
          <p:cNvSpPr/>
          <p:nvPr/>
        </p:nvSpPr>
        <p:spPr>
          <a:xfrm>
            <a:off x="5900057" y="3908549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0B411852-8FB9-568F-88CA-416DEA3DF15D}"/>
              </a:ext>
            </a:extLst>
          </p:cNvPr>
          <p:cNvSpPr/>
          <p:nvPr/>
        </p:nvSpPr>
        <p:spPr>
          <a:xfrm>
            <a:off x="8974757" y="391973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825710D2-7685-2B1D-A027-0D5E886C29A3}"/>
              </a:ext>
            </a:extLst>
          </p:cNvPr>
          <p:cNvSpPr/>
          <p:nvPr/>
        </p:nvSpPr>
        <p:spPr>
          <a:xfrm>
            <a:off x="237308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</a:t>
            </a: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409A493-8625-8B26-E7DF-C44E90B7DED2}"/>
              </a:ext>
            </a:extLst>
          </p:cNvPr>
          <p:cNvSpPr/>
          <p:nvPr/>
        </p:nvSpPr>
        <p:spPr>
          <a:xfrm>
            <a:off x="276496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33CB3295-930A-D619-B4E2-AEA017FD716A}"/>
              </a:ext>
            </a:extLst>
          </p:cNvPr>
          <p:cNvSpPr/>
          <p:nvPr/>
        </p:nvSpPr>
        <p:spPr>
          <a:xfrm>
            <a:off x="315685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3</a:t>
            </a: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27EEC9C0-A3BD-8302-299A-C4EFFF47A7A4}"/>
              </a:ext>
            </a:extLst>
          </p:cNvPr>
          <p:cNvSpPr/>
          <p:nvPr/>
        </p:nvSpPr>
        <p:spPr>
          <a:xfrm>
            <a:off x="354874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4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74AF3C06-56F5-C3C7-3F6A-4A0300C01328}"/>
              </a:ext>
            </a:extLst>
          </p:cNvPr>
          <p:cNvSpPr/>
          <p:nvPr/>
        </p:nvSpPr>
        <p:spPr>
          <a:xfrm>
            <a:off x="394062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5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5D44DEA6-6EB8-0D20-18B7-0F3D96E9768A}"/>
              </a:ext>
            </a:extLst>
          </p:cNvPr>
          <p:cNvSpPr/>
          <p:nvPr/>
        </p:nvSpPr>
        <p:spPr>
          <a:xfrm>
            <a:off x="433251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6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89370FD4-E3EA-39C4-5056-3DDE47522540}"/>
              </a:ext>
            </a:extLst>
          </p:cNvPr>
          <p:cNvSpPr/>
          <p:nvPr/>
        </p:nvSpPr>
        <p:spPr>
          <a:xfrm>
            <a:off x="472439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7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89C4ABC7-8935-12FE-C3E3-B3090CF54080}"/>
              </a:ext>
            </a:extLst>
          </p:cNvPr>
          <p:cNvSpPr/>
          <p:nvPr/>
        </p:nvSpPr>
        <p:spPr>
          <a:xfrm>
            <a:off x="511628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8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2A2A7597-B797-7282-F52B-DE7ADDC6A2E4}"/>
              </a:ext>
            </a:extLst>
          </p:cNvPr>
          <p:cNvSpPr/>
          <p:nvPr/>
        </p:nvSpPr>
        <p:spPr>
          <a:xfrm>
            <a:off x="550817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9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2E147F63-F480-0AC2-2F04-4222CA7EE090}"/>
              </a:ext>
            </a:extLst>
          </p:cNvPr>
          <p:cNvSpPr/>
          <p:nvPr/>
        </p:nvSpPr>
        <p:spPr>
          <a:xfrm>
            <a:off x="590005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10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070E5D18-F3FB-D1E2-CCE4-90182FB85242}"/>
              </a:ext>
            </a:extLst>
          </p:cNvPr>
          <p:cNvSpPr/>
          <p:nvPr/>
        </p:nvSpPr>
        <p:spPr>
          <a:xfrm>
            <a:off x="629194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11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EEA40B7-8726-6657-40B8-BAC1F3752A8C}"/>
              </a:ext>
            </a:extLst>
          </p:cNvPr>
          <p:cNvSpPr/>
          <p:nvPr/>
        </p:nvSpPr>
        <p:spPr>
          <a:xfrm>
            <a:off x="668382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12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EB6BBBFB-BA46-D90B-8213-E975AA0EECD9}"/>
              </a:ext>
            </a:extLst>
          </p:cNvPr>
          <p:cNvSpPr/>
          <p:nvPr/>
        </p:nvSpPr>
        <p:spPr>
          <a:xfrm>
            <a:off x="707571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13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49D790C0-C7BA-9127-3899-9D47D1571872}"/>
              </a:ext>
            </a:extLst>
          </p:cNvPr>
          <p:cNvSpPr/>
          <p:nvPr/>
        </p:nvSpPr>
        <p:spPr>
          <a:xfrm>
            <a:off x="746760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14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55DC020-5DB6-F163-AE46-EE804051EAE0}"/>
              </a:ext>
            </a:extLst>
          </p:cNvPr>
          <p:cNvSpPr/>
          <p:nvPr/>
        </p:nvSpPr>
        <p:spPr>
          <a:xfrm>
            <a:off x="785948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15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ED5D09FC-C5D6-0D39-98E8-E5B7D722F01A}"/>
              </a:ext>
            </a:extLst>
          </p:cNvPr>
          <p:cNvSpPr/>
          <p:nvPr/>
        </p:nvSpPr>
        <p:spPr>
          <a:xfrm>
            <a:off x="821086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16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55623E6-1F3D-577B-3954-68BC5E006701}"/>
              </a:ext>
            </a:extLst>
          </p:cNvPr>
          <p:cNvSpPr/>
          <p:nvPr/>
        </p:nvSpPr>
        <p:spPr>
          <a:xfrm>
            <a:off x="860274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17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7BE7B24C-1369-87A2-20A1-BE920A323824}"/>
              </a:ext>
            </a:extLst>
          </p:cNvPr>
          <p:cNvSpPr/>
          <p:nvPr/>
        </p:nvSpPr>
        <p:spPr>
          <a:xfrm>
            <a:off x="894805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18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8CD4E9A1-4C4C-614C-B646-A68C3C4E12CE}"/>
              </a:ext>
            </a:extLst>
          </p:cNvPr>
          <p:cNvSpPr/>
          <p:nvPr/>
        </p:nvSpPr>
        <p:spPr>
          <a:xfrm>
            <a:off x="933993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19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27F0B169-A0C3-6F8F-EBBA-A6A577268C5C}"/>
              </a:ext>
            </a:extLst>
          </p:cNvPr>
          <p:cNvSpPr/>
          <p:nvPr/>
        </p:nvSpPr>
        <p:spPr>
          <a:xfrm>
            <a:off x="9731825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20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7A86694-BA1F-5DA4-E671-B9C22DA66419}"/>
              </a:ext>
            </a:extLst>
          </p:cNvPr>
          <p:cNvSpPr/>
          <p:nvPr/>
        </p:nvSpPr>
        <p:spPr>
          <a:xfrm>
            <a:off x="10123711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21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4AC7316B-F77F-59D1-7DC8-3E4CB1CAC498}"/>
              </a:ext>
            </a:extLst>
          </p:cNvPr>
          <p:cNvSpPr/>
          <p:nvPr/>
        </p:nvSpPr>
        <p:spPr>
          <a:xfrm>
            <a:off x="10515597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22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4F832B50-A238-F050-6631-2875C38AF5C9}"/>
              </a:ext>
            </a:extLst>
          </p:cNvPr>
          <p:cNvSpPr/>
          <p:nvPr/>
        </p:nvSpPr>
        <p:spPr>
          <a:xfrm>
            <a:off x="10907483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23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1BD05A2F-C9FC-0FB5-BF04-6C7FFE068BE2}"/>
              </a:ext>
            </a:extLst>
          </p:cNvPr>
          <p:cNvSpPr/>
          <p:nvPr/>
        </p:nvSpPr>
        <p:spPr>
          <a:xfrm>
            <a:off x="11299369" y="327599"/>
            <a:ext cx="39188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venir Book" panose="02000503020000020003" pitchFamily="2" charset="0"/>
              </a:rPr>
              <a:t>24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93003774-D2C2-55AF-66B9-39DFB1423E83}"/>
              </a:ext>
            </a:extLst>
          </p:cNvPr>
          <p:cNvSpPr txBox="1"/>
          <p:nvPr/>
        </p:nvSpPr>
        <p:spPr>
          <a:xfrm>
            <a:off x="500745" y="347870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Position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03081A9A-E750-D50F-A50D-1FC83007E8C2}"/>
              </a:ext>
            </a:extLst>
          </p:cNvPr>
          <p:cNvSpPr txBox="1"/>
          <p:nvPr/>
        </p:nvSpPr>
        <p:spPr>
          <a:xfrm>
            <a:off x="500745" y="5778428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Consensus </a:t>
            </a:r>
          </a:p>
        </p:txBody>
      </p:sp>
      <p:sp>
        <p:nvSpPr>
          <p:cNvPr id="456" name="TextBox 455">
            <a:extLst>
              <a:ext uri="{FF2B5EF4-FFF2-40B4-BE49-F238E27FC236}">
                <a16:creationId xmlns:a16="http://schemas.microsoft.com/office/drawing/2014/main" id="{6DD1913B-0916-D4B0-FD92-7058465ACE52}"/>
              </a:ext>
            </a:extLst>
          </p:cNvPr>
          <p:cNvSpPr txBox="1"/>
          <p:nvPr/>
        </p:nvSpPr>
        <p:spPr>
          <a:xfrm>
            <a:off x="500745" y="860999"/>
            <a:ext cx="125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Reference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544582-2123-290D-4FAD-1E69AB59235F}"/>
              </a:ext>
            </a:extLst>
          </p:cNvPr>
          <p:cNvSpPr/>
          <p:nvPr/>
        </p:nvSpPr>
        <p:spPr>
          <a:xfrm>
            <a:off x="2373083" y="5806501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D7741-33FB-C33F-1E56-C1ACD1CDED4E}"/>
              </a:ext>
            </a:extLst>
          </p:cNvPr>
          <p:cNvSpPr/>
          <p:nvPr/>
        </p:nvSpPr>
        <p:spPr>
          <a:xfrm>
            <a:off x="2764969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D8DF9-89FE-8623-35F6-72B75C8B1AA7}"/>
              </a:ext>
            </a:extLst>
          </p:cNvPr>
          <p:cNvSpPr/>
          <p:nvPr/>
        </p:nvSpPr>
        <p:spPr>
          <a:xfrm>
            <a:off x="3156855" y="5806501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0743CF-CA82-879D-CABB-15566B89511A}"/>
              </a:ext>
            </a:extLst>
          </p:cNvPr>
          <p:cNvSpPr/>
          <p:nvPr/>
        </p:nvSpPr>
        <p:spPr>
          <a:xfrm>
            <a:off x="3548741" y="5806501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D7FA68-B68D-2E64-B0A8-53C708870A95}"/>
              </a:ext>
            </a:extLst>
          </p:cNvPr>
          <p:cNvSpPr/>
          <p:nvPr/>
        </p:nvSpPr>
        <p:spPr>
          <a:xfrm>
            <a:off x="3940627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20A30E-9D37-CD31-EED9-C9A5145D5078}"/>
              </a:ext>
            </a:extLst>
          </p:cNvPr>
          <p:cNvSpPr/>
          <p:nvPr/>
        </p:nvSpPr>
        <p:spPr>
          <a:xfrm>
            <a:off x="4332513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7D3107-3B72-3335-4963-07E3A0746B8A}"/>
              </a:ext>
            </a:extLst>
          </p:cNvPr>
          <p:cNvSpPr/>
          <p:nvPr/>
        </p:nvSpPr>
        <p:spPr>
          <a:xfrm>
            <a:off x="4724399" y="5806501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3992EA-7EC6-FE8F-AF26-576E6AE3C01F}"/>
              </a:ext>
            </a:extLst>
          </p:cNvPr>
          <p:cNvSpPr/>
          <p:nvPr/>
        </p:nvSpPr>
        <p:spPr>
          <a:xfrm>
            <a:off x="5116285" y="5806501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D57D17-9DE0-DED4-8054-CAAACED395A7}"/>
              </a:ext>
            </a:extLst>
          </p:cNvPr>
          <p:cNvSpPr/>
          <p:nvPr/>
        </p:nvSpPr>
        <p:spPr>
          <a:xfrm>
            <a:off x="5508171" y="5806501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D1F3BA-E65F-5BE4-724D-40BF7BFF2CFC}"/>
              </a:ext>
            </a:extLst>
          </p:cNvPr>
          <p:cNvSpPr/>
          <p:nvPr/>
        </p:nvSpPr>
        <p:spPr>
          <a:xfrm>
            <a:off x="5900057" y="5806501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283ECA-5A91-8A93-890D-78E3EF5E47DC}"/>
              </a:ext>
            </a:extLst>
          </p:cNvPr>
          <p:cNvSpPr/>
          <p:nvPr/>
        </p:nvSpPr>
        <p:spPr>
          <a:xfrm>
            <a:off x="6291943" y="5806501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B92484-DB3F-155C-45A2-DAA84CABA84A}"/>
              </a:ext>
            </a:extLst>
          </p:cNvPr>
          <p:cNvSpPr/>
          <p:nvPr/>
        </p:nvSpPr>
        <p:spPr>
          <a:xfrm>
            <a:off x="6683829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B39D26-2DE5-FACA-8C6E-615E6125FE5F}"/>
              </a:ext>
            </a:extLst>
          </p:cNvPr>
          <p:cNvSpPr/>
          <p:nvPr/>
        </p:nvSpPr>
        <p:spPr>
          <a:xfrm>
            <a:off x="7075715" y="5806501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FE6A43-6894-5AF3-C509-53B759307A2B}"/>
              </a:ext>
            </a:extLst>
          </p:cNvPr>
          <p:cNvSpPr/>
          <p:nvPr/>
        </p:nvSpPr>
        <p:spPr>
          <a:xfrm>
            <a:off x="7467601" y="5806501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7A081F-0988-116C-C219-14F30100EB1A}"/>
              </a:ext>
            </a:extLst>
          </p:cNvPr>
          <p:cNvSpPr/>
          <p:nvPr/>
        </p:nvSpPr>
        <p:spPr>
          <a:xfrm>
            <a:off x="7859487" y="5806501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2E31C5-5D29-0E9E-8FF5-B2E66EB13F81}"/>
              </a:ext>
            </a:extLst>
          </p:cNvPr>
          <p:cNvSpPr/>
          <p:nvPr/>
        </p:nvSpPr>
        <p:spPr>
          <a:xfrm>
            <a:off x="8210863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4FFECB-1190-10BB-70C2-94C8AB0934D6}"/>
              </a:ext>
            </a:extLst>
          </p:cNvPr>
          <p:cNvSpPr/>
          <p:nvPr/>
        </p:nvSpPr>
        <p:spPr>
          <a:xfrm>
            <a:off x="8602749" y="5806501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760E3B-1AE8-C8B7-81A0-3504C1EB6C75}"/>
              </a:ext>
            </a:extLst>
          </p:cNvPr>
          <p:cNvSpPr/>
          <p:nvPr/>
        </p:nvSpPr>
        <p:spPr>
          <a:xfrm>
            <a:off x="8948053" y="5806501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BCB190F-9EAE-FC60-E772-CBA09C9A0E95}"/>
              </a:ext>
            </a:extLst>
          </p:cNvPr>
          <p:cNvSpPr/>
          <p:nvPr/>
        </p:nvSpPr>
        <p:spPr>
          <a:xfrm>
            <a:off x="9339939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FA6497-9441-D6B8-23E2-AF8F03FAA1B3}"/>
              </a:ext>
            </a:extLst>
          </p:cNvPr>
          <p:cNvSpPr/>
          <p:nvPr/>
        </p:nvSpPr>
        <p:spPr>
          <a:xfrm>
            <a:off x="9731825" y="5806501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555BF7-625B-7EB4-D6DB-25CF89F6CA09}"/>
              </a:ext>
            </a:extLst>
          </p:cNvPr>
          <p:cNvSpPr/>
          <p:nvPr/>
        </p:nvSpPr>
        <p:spPr>
          <a:xfrm>
            <a:off x="10123711" y="5806501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F56792-30E5-72B1-7516-1B2599AA60D0}"/>
              </a:ext>
            </a:extLst>
          </p:cNvPr>
          <p:cNvSpPr/>
          <p:nvPr/>
        </p:nvSpPr>
        <p:spPr>
          <a:xfrm>
            <a:off x="10515597" y="580650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99CF1E2-E441-E4E7-CA66-98A9854422B7}"/>
              </a:ext>
            </a:extLst>
          </p:cNvPr>
          <p:cNvSpPr/>
          <p:nvPr/>
        </p:nvSpPr>
        <p:spPr>
          <a:xfrm>
            <a:off x="10907483" y="5809383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BD566C-A914-70C2-5BE6-9290DEB5F2D6}"/>
              </a:ext>
            </a:extLst>
          </p:cNvPr>
          <p:cNvSpPr/>
          <p:nvPr/>
        </p:nvSpPr>
        <p:spPr>
          <a:xfrm>
            <a:off x="11299369" y="5809383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02262F-0368-08EE-2BA8-CAF33BA4F8E7}"/>
              </a:ext>
            </a:extLst>
          </p:cNvPr>
          <p:cNvSpPr/>
          <p:nvPr/>
        </p:nvSpPr>
        <p:spPr>
          <a:xfrm>
            <a:off x="5900057" y="6179208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CEF8F1-B9C8-64C3-8AEE-F4D0901CA1C0}"/>
              </a:ext>
            </a:extLst>
          </p:cNvPr>
          <p:cNvSpPr txBox="1"/>
          <p:nvPr/>
        </p:nvSpPr>
        <p:spPr>
          <a:xfrm>
            <a:off x="500745" y="2988845"/>
            <a:ext cx="114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venir Book" panose="02000503020000020003" pitchFamily="2" charset="0"/>
              </a:rPr>
              <a:t>Lectures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9D0061D-7EEC-5EE3-6D90-5AAC70BCBA64}"/>
              </a:ext>
            </a:extLst>
          </p:cNvPr>
          <p:cNvSpPr/>
          <p:nvPr/>
        </p:nvSpPr>
        <p:spPr>
          <a:xfrm>
            <a:off x="8948053" y="619911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0691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CEAA46-9D71-832C-99E6-E365D8E7ADE1}"/>
              </a:ext>
            </a:extLst>
          </p:cNvPr>
          <p:cNvSpPr/>
          <p:nvPr/>
        </p:nvSpPr>
        <p:spPr>
          <a:xfrm>
            <a:off x="1240971" y="821242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AF4E7C-6560-E04D-5BD6-D5E80B084CFB}"/>
              </a:ext>
            </a:extLst>
          </p:cNvPr>
          <p:cNvSpPr/>
          <p:nvPr/>
        </p:nvSpPr>
        <p:spPr>
          <a:xfrm>
            <a:off x="1632857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FF974C-33BD-A498-4D19-F1DE9AB9E406}"/>
              </a:ext>
            </a:extLst>
          </p:cNvPr>
          <p:cNvSpPr/>
          <p:nvPr/>
        </p:nvSpPr>
        <p:spPr>
          <a:xfrm>
            <a:off x="2024743" y="82124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9548F9-7175-3A42-0702-05B43BD7ADE0}"/>
              </a:ext>
            </a:extLst>
          </p:cNvPr>
          <p:cNvSpPr/>
          <p:nvPr/>
        </p:nvSpPr>
        <p:spPr>
          <a:xfrm>
            <a:off x="2416629" y="821242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CC9CA-9285-1374-3C4B-0DB1D302C4AC}"/>
              </a:ext>
            </a:extLst>
          </p:cNvPr>
          <p:cNvSpPr/>
          <p:nvPr/>
        </p:nvSpPr>
        <p:spPr>
          <a:xfrm>
            <a:off x="2808515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4F3B08-26D9-E688-79D6-A0FEE53275E3}"/>
              </a:ext>
            </a:extLst>
          </p:cNvPr>
          <p:cNvSpPr/>
          <p:nvPr/>
        </p:nvSpPr>
        <p:spPr>
          <a:xfrm>
            <a:off x="3200401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150BF1-EE47-39CD-5DC5-3C5A82923805}"/>
              </a:ext>
            </a:extLst>
          </p:cNvPr>
          <p:cNvSpPr/>
          <p:nvPr/>
        </p:nvSpPr>
        <p:spPr>
          <a:xfrm>
            <a:off x="3592287" y="82124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D9C8C-12E4-3877-8F81-A3A370B81DCC}"/>
              </a:ext>
            </a:extLst>
          </p:cNvPr>
          <p:cNvSpPr/>
          <p:nvPr/>
        </p:nvSpPr>
        <p:spPr>
          <a:xfrm>
            <a:off x="3984173" y="821242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7B2AD4-B66A-27F2-67F3-979CF7D6C00A}"/>
              </a:ext>
            </a:extLst>
          </p:cNvPr>
          <p:cNvSpPr/>
          <p:nvPr/>
        </p:nvSpPr>
        <p:spPr>
          <a:xfrm>
            <a:off x="4376059" y="821242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DAA40-6143-CD06-F891-12BD26E944AD}"/>
              </a:ext>
            </a:extLst>
          </p:cNvPr>
          <p:cNvSpPr/>
          <p:nvPr/>
        </p:nvSpPr>
        <p:spPr>
          <a:xfrm>
            <a:off x="4767945" y="821242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EB7B3-2E61-B25A-3DDE-B0FC3C8627BA}"/>
              </a:ext>
            </a:extLst>
          </p:cNvPr>
          <p:cNvSpPr/>
          <p:nvPr/>
        </p:nvSpPr>
        <p:spPr>
          <a:xfrm>
            <a:off x="5159831" y="821242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D42835-36B8-76B1-1711-533838D707A1}"/>
              </a:ext>
            </a:extLst>
          </p:cNvPr>
          <p:cNvSpPr/>
          <p:nvPr/>
        </p:nvSpPr>
        <p:spPr>
          <a:xfrm>
            <a:off x="5551717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3EA6C5-F20D-F590-07BA-17973FF72A6A}"/>
              </a:ext>
            </a:extLst>
          </p:cNvPr>
          <p:cNvSpPr/>
          <p:nvPr/>
        </p:nvSpPr>
        <p:spPr>
          <a:xfrm>
            <a:off x="5943603" y="82124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7D8118-37D5-8951-6426-A5A20EB085BE}"/>
              </a:ext>
            </a:extLst>
          </p:cNvPr>
          <p:cNvSpPr/>
          <p:nvPr/>
        </p:nvSpPr>
        <p:spPr>
          <a:xfrm>
            <a:off x="6335489" y="82124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79DC9-366E-AD1A-48A5-ED6396D54F3A}"/>
              </a:ext>
            </a:extLst>
          </p:cNvPr>
          <p:cNvSpPr/>
          <p:nvPr/>
        </p:nvSpPr>
        <p:spPr>
          <a:xfrm>
            <a:off x="6727375" y="821242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7747C7-0BB0-9D64-2DBD-24D91382594F}"/>
              </a:ext>
            </a:extLst>
          </p:cNvPr>
          <p:cNvSpPr/>
          <p:nvPr/>
        </p:nvSpPr>
        <p:spPr>
          <a:xfrm>
            <a:off x="7078751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933864-5521-04BF-C91D-4BA1F38CAB99}"/>
              </a:ext>
            </a:extLst>
          </p:cNvPr>
          <p:cNvSpPr/>
          <p:nvPr/>
        </p:nvSpPr>
        <p:spPr>
          <a:xfrm>
            <a:off x="7470637" y="821242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7633B5-9109-89F3-9F01-3912563F0CF7}"/>
              </a:ext>
            </a:extLst>
          </p:cNvPr>
          <p:cNvSpPr/>
          <p:nvPr/>
        </p:nvSpPr>
        <p:spPr>
          <a:xfrm>
            <a:off x="7815941" y="821242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507BD6-52CD-7750-8789-BC6E41695C5E}"/>
              </a:ext>
            </a:extLst>
          </p:cNvPr>
          <p:cNvSpPr/>
          <p:nvPr/>
        </p:nvSpPr>
        <p:spPr>
          <a:xfrm>
            <a:off x="8207827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8C96CA-87CD-F9C9-CFF7-1905158FCA4C}"/>
              </a:ext>
            </a:extLst>
          </p:cNvPr>
          <p:cNvSpPr/>
          <p:nvPr/>
        </p:nvSpPr>
        <p:spPr>
          <a:xfrm>
            <a:off x="8599713" y="82124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DF58A9-27C9-29BE-FBD4-EE4A4CE67FFC}"/>
              </a:ext>
            </a:extLst>
          </p:cNvPr>
          <p:cNvSpPr/>
          <p:nvPr/>
        </p:nvSpPr>
        <p:spPr>
          <a:xfrm>
            <a:off x="8991599" y="821242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B09015-0798-BF31-D853-CBEB6DFF4E2E}"/>
              </a:ext>
            </a:extLst>
          </p:cNvPr>
          <p:cNvSpPr/>
          <p:nvPr/>
        </p:nvSpPr>
        <p:spPr>
          <a:xfrm>
            <a:off x="9383485" y="821242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C855DD-D502-5FE2-4EA7-E65649FCBF17}"/>
              </a:ext>
            </a:extLst>
          </p:cNvPr>
          <p:cNvSpPr/>
          <p:nvPr/>
        </p:nvSpPr>
        <p:spPr>
          <a:xfrm>
            <a:off x="1240971" y="20611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7728A9C-EA6F-E168-4081-7445AAAB8DA7}"/>
              </a:ext>
            </a:extLst>
          </p:cNvPr>
          <p:cNvSpPr/>
          <p:nvPr/>
        </p:nvSpPr>
        <p:spPr>
          <a:xfrm>
            <a:off x="1632857" y="20611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576D5E-D5C6-5C4B-A49D-3F071E07C257}"/>
              </a:ext>
            </a:extLst>
          </p:cNvPr>
          <p:cNvSpPr/>
          <p:nvPr/>
        </p:nvSpPr>
        <p:spPr>
          <a:xfrm>
            <a:off x="2024743" y="20611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2682DE-B5D5-B316-F7DA-132139BEA49D}"/>
              </a:ext>
            </a:extLst>
          </p:cNvPr>
          <p:cNvSpPr/>
          <p:nvPr/>
        </p:nvSpPr>
        <p:spPr>
          <a:xfrm>
            <a:off x="2416629" y="20611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AC0B118-8774-EB28-8033-E32BDAFE7EF1}"/>
              </a:ext>
            </a:extLst>
          </p:cNvPr>
          <p:cNvSpPr/>
          <p:nvPr/>
        </p:nvSpPr>
        <p:spPr>
          <a:xfrm>
            <a:off x="2808515" y="20611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325884-4BA7-5C1A-AD4C-798F5216043A}"/>
              </a:ext>
            </a:extLst>
          </p:cNvPr>
          <p:cNvSpPr/>
          <p:nvPr/>
        </p:nvSpPr>
        <p:spPr>
          <a:xfrm>
            <a:off x="3592287" y="20611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7AF31CC-1F44-232B-7FD7-8AD6B07EBDB1}"/>
              </a:ext>
            </a:extLst>
          </p:cNvPr>
          <p:cNvSpPr/>
          <p:nvPr/>
        </p:nvSpPr>
        <p:spPr>
          <a:xfrm>
            <a:off x="3984173" y="20611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C65BFF-18A0-9FF1-92CD-9D8A92B50386}"/>
              </a:ext>
            </a:extLst>
          </p:cNvPr>
          <p:cNvSpPr/>
          <p:nvPr/>
        </p:nvSpPr>
        <p:spPr>
          <a:xfrm>
            <a:off x="4376059" y="20611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466D43-A7BC-4F1C-1051-2ADCD3384929}"/>
              </a:ext>
            </a:extLst>
          </p:cNvPr>
          <p:cNvSpPr/>
          <p:nvPr/>
        </p:nvSpPr>
        <p:spPr>
          <a:xfrm>
            <a:off x="4767945" y="20611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FF70033-5BBC-090F-B627-333778617B84}"/>
              </a:ext>
            </a:extLst>
          </p:cNvPr>
          <p:cNvSpPr/>
          <p:nvPr/>
        </p:nvSpPr>
        <p:spPr>
          <a:xfrm>
            <a:off x="5159831" y="20611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BBE37ED-989E-B002-134C-EFF95B3DEC57}"/>
              </a:ext>
            </a:extLst>
          </p:cNvPr>
          <p:cNvSpPr/>
          <p:nvPr/>
        </p:nvSpPr>
        <p:spPr>
          <a:xfrm>
            <a:off x="5551717" y="20611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8686111-42E0-63AC-1798-5A0CA4F987E7}"/>
              </a:ext>
            </a:extLst>
          </p:cNvPr>
          <p:cNvSpPr/>
          <p:nvPr/>
        </p:nvSpPr>
        <p:spPr>
          <a:xfrm>
            <a:off x="6335489" y="20611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D5E81BB-6F05-A728-0773-CBC41B75AAC9}"/>
              </a:ext>
            </a:extLst>
          </p:cNvPr>
          <p:cNvSpPr/>
          <p:nvPr/>
        </p:nvSpPr>
        <p:spPr>
          <a:xfrm>
            <a:off x="6727375" y="20611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FB6099E-8F3D-DED5-6B25-C1C93F1B6C4D}"/>
              </a:ext>
            </a:extLst>
          </p:cNvPr>
          <p:cNvSpPr/>
          <p:nvPr/>
        </p:nvSpPr>
        <p:spPr>
          <a:xfrm>
            <a:off x="7078751" y="20611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1B69ABE-37C7-1FBD-1B36-654B57BE33A0}"/>
              </a:ext>
            </a:extLst>
          </p:cNvPr>
          <p:cNvSpPr/>
          <p:nvPr/>
        </p:nvSpPr>
        <p:spPr>
          <a:xfrm>
            <a:off x="7470637" y="20611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8BF2412-FB46-8799-4D53-DDFA68C82519}"/>
              </a:ext>
            </a:extLst>
          </p:cNvPr>
          <p:cNvSpPr/>
          <p:nvPr/>
        </p:nvSpPr>
        <p:spPr>
          <a:xfrm>
            <a:off x="7815941" y="20611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F190BF7-B0ED-7675-08DA-4F3F4A2612BE}"/>
              </a:ext>
            </a:extLst>
          </p:cNvPr>
          <p:cNvSpPr/>
          <p:nvPr/>
        </p:nvSpPr>
        <p:spPr>
          <a:xfrm>
            <a:off x="8599713" y="20611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71251D-2E60-D89D-5F0A-869EE804D4A9}"/>
              </a:ext>
            </a:extLst>
          </p:cNvPr>
          <p:cNvSpPr/>
          <p:nvPr/>
        </p:nvSpPr>
        <p:spPr>
          <a:xfrm>
            <a:off x="8991599" y="20611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A763298-8DFB-1245-73CB-8F28B021A0D5}"/>
              </a:ext>
            </a:extLst>
          </p:cNvPr>
          <p:cNvSpPr/>
          <p:nvPr/>
        </p:nvSpPr>
        <p:spPr>
          <a:xfrm>
            <a:off x="9383485" y="20611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A346D69-582C-4ACC-5B3D-77988D611A99}"/>
              </a:ext>
            </a:extLst>
          </p:cNvPr>
          <p:cNvSpPr/>
          <p:nvPr/>
        </p:nvSpPr>
        <p:spPr>
          <a:xfrm>
            <a:off x="1240971" y="25183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E54143E-032F-089E-B50B-58DD946081CD}"/>
              </a:ext>
            </a:extLst>
          </p:cNvPr>
          <p:cNvSpPr/>
          <p:nvPr/>
        </p:nvSpPr>
        <p:spPr>
          <a:xfrm>
            <a:off x="1632857" y="25183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EB3A4B-C4C4-0593-D87F-9F8973394E42}"/>
              </a:ext>
            </a:extLst>
          </p:cNvPr>
          <p:cNvSpPr/>
          <p:nvPr/>
        </p:nvSpPr>
        <p:spPr>
          <a:xfrm>
            <a:off x="2024743" y="25183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91D512-29BA-617A-258D-FE310D62E14E}"/>
              </a:ext>
            </a:extLst>
          </p:cNvPr>
          <p:cNvSpPr/>
          <p:nvPr/>
        </p:nvSpPr>
        <p:spPr>
          <a:xfrm>
            <a:off x="2416629" y="25183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81C9B77-6EF4-B0E2-899B-32595BAFD124}"/>
              </a:ext>
            </a:extLst>
          </p:cNvPr>
          <p:cNvSpPr/>
          <p:nvPr/>
        </p:nvSpPr>
        <p:spPr>
          <a:xfrm>
            <a:off x="2808515" y="25183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68AA14D-E460-B41F-F12B-D98E81473AE9}"/>
              </a:ext>
            </a:extLst>
          </p:cNvPr>
          <p:cNvSpPr/>
          <p:nvPr/>
        </p:nvSpPr>
        <p:spPr>
          <a:xfrm>
            <a:off x="3984173" y="25183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ED09F61-A164-6E4B-B185-90FA5510E4E9}"/>
              </a:ext>
            </a:extLst>
          </p:cNvPr>
          <p:cNvSpPr/>
          <p:nvPr/>
        </p:nvSpPr>
        <p:spPr>
          <a:xfrm>
            <a:off x="4376059" y="25183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9072F0B-E40A-9C28-216E-68BB19978D33}"/>
              </a:ext>
            </a:extLst>
          </p:cNvPr>
          <p:cNvSpPr/>
          <p:nvPr/>
        </p:nvSpPr>
        <p:spPr>
          <a:xfrm>
            <a:off x="5159831" y="25183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88DF83F-73E6-3A7A-CDF0-876134487CBD}"/>
              </a:ext>
            </a:extLst>
          </p:cNvPr>
          <p:cNvSpPr/>
          <p:nvPr/>
        </p:nvSpPr>
        <p:spPr>
          <a:xfrm>
            <a:off x="5551717" y="25183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D3DA1A4-826E-B197-EA0E-1191A0AE647C}"/>
              </a:ext>
            </a:extLst>
          </p:cNvPr>
          <p:cNvSpPr/>
          <p:nvPr/>
        </p:nvSpPr>
        <p:spPr>
          <a:xfrm>
            <a:off x="5943603" y="25183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ECB63CE-AF59-0A1D-4D5D-5954B512183E}"/>
              </a:ext>
            </a:extLst>
          </p:cNvPr>
          <p:cNvSpPr/>
          <p:nvPr/>
        </p:nvSpPr>
        <p:spPr>
          <a:xfrm>
            <a:off x="6727375" y="25183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D45C901-55EB-56DD-DD7D-4FA99B12D81F}"/>
              </a:ext>
            </a:extLst>
          </p:cNvPr>
          <p:cNvSpPr/>
          <p:nvPr/>
        </p:nvSpPr>
        <p:spPr>
          <a:xfrm>
            <a:off x="7078751" y="25183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03EA201-8BC8-2AAA-13E6-F92FB72310DC}"/>
              </a:ext>
            </a:extLst>
          </p:cNvPr>
          <p:cNvSpPr/>
          <p:nvPr/>
        </p:nvSpPr>
        <p:spPr>
          <a:xfrm>
            <a:off x="7470637" y="25183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3802B1F-B906-37A0-522F-9D4C5873C0EF}"/>
              </a:ext>
            </a:extLst>
          </p:cNvPr>
          <p:cNvSpPr/>
          <p:nvPr/>
        </p:nvSpPr>
        <p:spPr>
          <a:xfrm>
            <a:off x="8207827" y="25183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2208E31-AEC0-A8EE-117F-A606D18E615A}"/>
              </a:ext>
            </a:extLst>
          </p:cNvPr>
          <p:cNvSpPr/>
          <p:nvPr/>
        </p:nvSpPr>
        <p:spPr>
          <a:xfrm>
            <a:off x="8599713" y="25183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3E2C52A-5599-6745-175A-7EB551F943D8}"/>
              </a:ext>
            </a:extLst>
          </p:cNvPr>
          <p:cNvSpPr/>
          <p:nvPr/>
        </p:nvSpPr>
        <p:spPr>
          <a:xfrm>
            <a:off x="8991599" y="25183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B5F900D-33A4-0569-68EE-46461DB211E5}"/>
              </a:ext>
            </a:extLst>
          </p:cNvPr>
          <p:cNvSpPr/>
          <p:nvPr/>
        </p:nvSpPr>
        <p:spPr>
          <a:xfrm>
            <a:off x="9383485" y="25183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E055CAF-70FF-D982-D5AB-CC4F00B3B7F8}"/>
              </a:ext>
            </a:extLst>
          </p:cNvPr>
          <p:cNvSpPr/>
          <p:nvPr/>
        </p:nvSpPr>
        <p:spPr>
          <a:xfrm>
            <a:off x="1632857" y="29755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08A1795-54AC-EE83-6BAF-F86D9E038005}"/>
              </a:ext>
            </a:extLst>
          </p:cNvPr>
          <p:cNvSpPr/>
          <p:nvPr/>
        </p:nvSpPr>
        <p:spPr>
          <a:xfrm>
            <a:off x="2024743" y="29755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7234DA7-63CB-0562-A2EA-E4DE26DE4E97}"/>
              </a:ext>
            </a:extLst>
          </p:cNvPr>
          <p:cNvSpPr/>
          <p:nvPr/>
        </p:nvSpPr>
        <p:spPr>
          <a:xfrm>
            <a:off x="2416629" y="29755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80B18D8-7845-D698-8564-CDDDE2F62E18}"/>
              </a:ext>
            </a:extLst>
          </p:cNvPr>
          <p:cNvSpPr/>
          <p:nvPr/>
        </p:nvSpPr>
        <p:spPr>
          <a:xfrm>
            <a:off x="2808515" y="29755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6146A2C-C18E-CBAF-F467-3ED352CD2BD5}"/>
              </a:ext>
            </a:extLst>
          </p:cNvPr>
          <p:cNvSpPr/>
          <p:nvPr/>
        </p:nvSpPr>
        <p:spPr>
          <a:xfrm>
            <a:off x="3200401" y="29755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56EFF63-0A12-F7EF-39E8-7AA016345446}"/>
              </a:ext>
            </a:extLst>
          </p:cNvPr>
          <p:cNvSpPr/>
          <p:nvPr/>
        </p:nvSpPr>
        <p:spPr>
          <a:xfrm>
            <a:off x="3984173" y="29755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AA352D3-2C54-22AE-6756-60B08925F918}"/>
              </a:ext>
            </a:extLst>
          </p:cNvPr>
          <p:cNvSpPr/>
          <p:nvPr/>
        </p:nvSpPr>
        <p:spPr>
          <a:xfrm>
            <a:off x="4376059" y="29755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000C3B4-BB2C-7AE8-B0AC-74C8B9FA3B28}"/>
              </a:ext>
            </a:extLst>
          </p:cNvPr>
          <p:cNvSpPr/>
          <p:nvPr/>
        </p:nvSpPr>
        <p:spPr>
          <a:xfrm>
            <a:off x="4767945" y="29755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919B849-86E2-2A3C-85AB-2FA496A3097C}"/>
              </a:ext>
            </a:extLst>
          </p:cNvPr>
          <p:cNvSpPr/>
          <p:nvPr/>
        </p:nvSpPr>
        <p:spPr>
          <a:xfrm>
            <a:off x="5159831" y="29755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BEA9546-CEF5-D56B-A41F-86935350F497}"/>
              </a:ext>
            </a:extLst>
          </p:cNvPr>
          <p:cNvSpPr/>
          <p:nvPr/>
        </p:nvSpPr>
        <p:spPr>
          <a:xfrm>
            <a:off x="5551717" y="29755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81DF177-547E-5749-70A5-D24298441D38}"/>
              </a:ext>
            </a:extLst>
          </p:cNvPr>
          <p:cNvSpPr/>
          <p:nvPr/>
        </p:nvSpPr>
        <p:spPr>
          <a:xfrm>
            <a:off x="6335489" y="29755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9D4C96C-159B-5EFC-DF79-379290ED090D}"/>
              </a:ext>
            </a:extLst>
          </p:cNvPr>
          <p:cNvSpPr/>
          <p:nvPr/>
        </p:nvSpPr>
        <p:spPr>
          <a:xfrm>
            <a:off x="6727375" y="29755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D83C307-CD6B-39CA-578C-233D860F0517}"/>
              </a:ext>
            </a:extLst>
          </p:cNvPr>
          <p:cNvSpPr/>
          <p:nvPr/>
        </p:nvSpPr>
        <p:spPr>
          <a:xfrm>
            <a:off x="7078751" y="29755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5B8E6D6-4621-1A25-3293-52FE64EBC779}"/>
              </a:ext>
            </a:extLst>
          </p:cNvPr>
          <p:cNvSpPr/>
          <p:nvPr/>
        </p:nvSpPr>
        <p:spPr>
          <a:xfrm>
            <a:off x="7470637" y="29755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F23210E-44A0-2141-C86F-3F6E1B81FD0D}"/>
              </a:ext>
            </a:extLst>
          </p:cNvPr>
          <p:cNvSpPr/>
          <p:nvPr/>
        </p:nvSpPr>
        <p:spPr>
          <a:xfrm>
            <a:off x="7815941" y="29755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48BA023-1F4A-145F-7AFF-BF108C1D1C72}"/>
              </a:ext>
            </a:extLst>
          </p:cNvPr>
          <p:cNvSpPr/>
          <p:nvPr/>
        </p:nvSpPr>
        <p:spPr>
          <a:xfrm>
            <a:off x="8599713" y="29755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9189F75-22A7-40E8-E4A9-F86AF9472E6B}"/>
              </a:ext>
            </a:extLst>
          </p:cNvPr>
          <p:cNvSpPr/>
          <p:nvPr/>
        </p:nvSpPr>
        <p:spPr>
          <a:xfrm>
            <a:off x="8991599" y="29755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09930CC-BEEF-2F7D-D5B0-99D481AF1235}"/>
              </a:ext>
            </a:extLst>
          </p:cNvPr>
          <p:cNvSpPr/>
          <p:nvPr/>
        </p:nvSpPr>
        <p:spPr>
          <a:xfrm>
            <a:off x="9383485" y="29755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D192086-52F4-F5A2-B553-2260EAE82943}"/>
              </a:ext>
            </a:extLst>
          </p:cNvPr>
          <p:cNvSpPr/>
          <p:nvPr/>
        </p:nvSpPr>
        <p:spPr>
          <a:xfrm>
            <a:off x="1632857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1C00F5F-3F08-F227-B726-A7606B1F5050}"/>
              </a:ext>
            </a:extLst>
          </p:cNvPr>
          <p:cNvSpPr/>
          <p:nvPr/>
        </p:nvSpPr>
        <p:spPr>
          <a:xfrm>
            <a:off x="2024743" y="34327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E11317E-462A-5F2C-EAF2-E4BB1EECB00F}"/>
              </a:ext>
            </a:extLst>
          </p:cNvPr>
          <p:cNvSpPr/>
          <p:nvPr/>
        </p:nvSpPr>
        <p:spPr>
          <a:xfrm>
            <a:off x="2416629" y="34327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7A9FC44-FC1D-34E7-2A9D-5D72BE8ED6B6}"/>
              </a:ext>
            </a:extLst>
          </p:cNvPr>
          <p:cNvSpPr/>
          <p:nvPr/>
        </p:nvSpPr>
        <p:spPr>
          <a:xfrm>
            <a:off x="2808515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328B26E-6C6C-BBE7-1FD2-082071B56775}"/>
              </a:ext>
            </a:extLst>
          </p:cNvPr>
          <p:cNvSpPr/>
          <p:nvPr/>
        </p:nvSpPr>
        <p:spPr>
          <a:xfrm>
            <a:off x="3200401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0298CA7-8501-7F88-72A1-7F94FA2DAB1B}"/>
              </a:ext>
            </a:extLst>
          </p:cNvPr>
          <p:cNvSpPr/>
          <p:nvPr/>
        </p:nvSpPr>
        <p:spPr>
          <a:xfrm>
            <a:off x="3984173" y="34327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A169689-7E73-173A-C663-AFCCE35C9D56}"/>
              </a:ext>
            </a:extLst>
          </p:cNvPr>
          <p:cNvSpPr/>
          <p:nvPr/>
        </p:nvSpPr>
        <p:spPr>
          <a:xfrm>
            <a:off x="4376059" y="34327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A539B9C-AB69-8A45-B526-EB92386A9FD5}"/>
              </a:ext>
            </a:extLst>
          </p:cNvPr>
          <p:cNvSpPr/>
          <p:nvPr/>
        </p:nvSpPr>
        <p:spPr>
          <a:xfrm>
            <a:off x="5159831" y="34327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0E07F6C-A65F-160C-ED36-EB003BD5F8A7}"/>
              </a:ext>
            </a:extLst>
          </p:cNvPr>
          <p:cNvSpPr/>
          <p:nvPr/>
        </p:nvSpPr>
        <p:spPr>
          <a:xfrm>
            <a:off x="5551717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85B048F-EE2F-88E2-1E64-CDB2B75CB23F}"/>
              </a:ext>
            </a:extLst>
          </p:cNvPr>
          <p:cNvSpPr/>
          <p:nvPr/>
        </p:nvSpPr>
        <p:spPr>
          <a:xfrm>
            <a:off x="6335489" y="34327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77F6765-6664-8D35-6C71-5EC6DA5E8B90}"/>
              </a:ext>
            </a:extLst>
          </p:cNvPr>
          <p:cNvSpPr/>
          <p:nvPr/>
        </p:nvSpPr>
        <p:spPr>
          <a:xfrm>
            <a:off x="6727375" y="34327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3379B5B-11B2-7486-A3C9-2067CA7FA344}"/>
              </a:ext>
            </a:extLst>
          </p:cNvPr>
          <p:cNvSpPr/>
          <p:nvPr/>
        </p:nvSpPr>
        <p:spPr>
          <a:xfrm>
            <a:off x="7078751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4AC2F4E-4345-FA64-997B-1576E133726A}"/>
              </a:ext>
            </a:extLst>
          </p:cNvPr>
          <p:cNvSpPr/>
          <p:nvPr/>
        </p:nvSpPr>
        <p:spPr>
          <a:xfrm>
            <a:off x="7470637" y="34327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B7BDC3D-5131-BD13-2FDB-B8DC326EC2C6}"/>
              </a:ext>
            </a:extLst>
          </p:cNvPr>
          <p:cNvSpPr/>
          <p:nvPr/>
        </p:nvSpPr>
        <p:spPr>
          <a:xfrm>
            <a:off x="7815941" y="3432720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4DC55BA-7F73-200A-9543-9C6C9EE7C239}"/>
              </a:ext>
            </a:extLst>
          </p:cNvPr>
          <p:cNvSpPr/>
          <p:nvPr/>
        </p:nvSpPr>
        <p:spPr>
          <a:xfrm>
            <a:off x="8207827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C9509B6-A4CA-89F1-9A57-7F536AD67BC9}"/>
              </a:ext>
            </a:extLst>
          </p:cNvPr>
          <p:cNvSpPr/>
          <p:nvPr/>
        </p:nvSpPr>
        <p:spPr>
          <a:xfrm>
            <a:off x="8599713" y="34327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09209D0-AC7C-20D2-C45B-96D7A6FA2255}"/>
              </a:ext>
            </a:extLst>
          </p:cNvPr>
          <p:cNvSpPr/>
          <p:nvPr/>
        </p:nvSpPr>
        <p:spPr>
          <a:xfrm>
            <a:off x="8991599" y="34327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49AD8C6-217C-2874-11BA-9B584DBBC006}"/>
              </a:ext>
            </a:extLst>
          </p:cNvPr>
          <p:cNvSpPr/>
          <p:nvPr/>
        </p:nvSpPr>
        <p:spPr>
          <a:xfrm>
            <a:off x="9383485" y="3432720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6BD4D73-AD86-096A-1508-8F4EA8A772D3}"/>
              </a:ext>
            </a:extLst>
          </p:cNvPr>
          <p:cNvSpPr/>
          <p:nvPr/>
        </p:nvSpPr>
        <p:spPr>
          <a:xfrm>
            <a:off x="1632857" y="38768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D35A458-BCBF-E301-4730-12E338AE2888}"/>
              </a:ext>
            </a:extLst>
          </p:cNvPr>
          <p:cNvSpPr/>
          <p:nvPr/>
        </p:nvSpPr>
        <p:spPr>
          <a:xfrm>
            <a:off x="2024743" y="38768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C99651C-FFDA-8A9E-C9EA-F97CECDE7B0D}"/>
              </a:ext>
            </a:extLst>
          </p:cNvPr>
          <p:cNvSpPr/>
          <p:nvPr/>
        </p:nvSpPr>
        <p:spPr>
          <a:xfrm>
            <a:off x="2416629" y="38768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816812B-D841-C196-EAE6-6CD9AF5224BD}"/>
              </a:ext>
            </a:extLst>
          </p:cNvPr>
          <p:cNvSpPr/>
          <p:nvPr/>
        </p:nvSpPr>
        <p:spPr>
          <a:xfrm>
            <a:off x="2808515" y="38768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C34A721-B9C3-A6DD-B83E-046B39A03A2B}"/>
              </a:ext>
            </a:extLst>
          </p:cNvPr>
          <p:cNvSpPr/>
          <p:nvPr/>
        </p:nvSpPr>
        <p:spPr>
          <a:xfrm>
            <a:off x="3200401" y="38768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2F7A3D7-2B10-402E-0A6B-7B84755FE613}"/>
              </a:ext>
            </a:extLst>
          </p:cNvPr>
          <p:cNvSpPr/>
          <p:nvPr/>
        </p:nvSpPr>
        <p:spPr>
          <a:xfrm>
            <a:off x="3984173" y="38768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AFABC03-8370-E5F8-5C66-3B0519947042}"/>
              </a:ext>
            </a:extLst>
          </p:cNvPr>
          <p:cNvSpPr/>
          <p:nvPr/>
        </p:nvSpPr>
        <p:spPr>
          <a:xfrm>
            <a:off x="4376059" y="38768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B86FD8A-618B-0D27-96E6-32A7D40C9B45}"/>
              </a:ext>
            </a:extLst>
          </p:cNvPr>
          <p:cNvSpPr/>
          <p:nvPr/>
        </p:nvSpPr>
        <p:spPr>
          <a:xfrm>
            <a:off x="5159831" y="38768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78D5672-D280-7360-8A37-33D961191ECC}"/>
              </a:ext>
            </a:extLst>
          </p:cNvPr>
          <p:cNvSpPr/>
          <p:nvPr/>
        </p:nvSpPr>
        <p:spPr>
          <a:xfrm>
            <a:off x="5551717" y="38768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3065F15-7B20-BB05-2DED-D72C1EA6E2F0}"/>
              </a:ext>
            </a:extLst>
          </p:cNvPr>
          <p:cNvSpPr/>
          <p:nvPr/>
        </p:nvSpPr>
        <p:spPr>
          <a:xfrm>
            <a:off x="6335489" y="38768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1F2B0E5-E53F-7DBA-5345-D0544FCF2F18}"/>
              </a:ext>
            </a:extLst>
          </p:cNvPr>
          <p:cNvSpPr/>
          <p:nvPr/>
        </p:nvSpPr>
        <p:spPr>
          <a:xfrm>
            <a:off x="6727375" y="38768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907DEF0-605B-EC8C-19F6-CB490315B4AA}"/>
              </a:ext>
            </a:extLst>
          </p:cNvPr>
          <p:cNvSpPr/>
          <p:nvPr/>
        </p:nvSpPr>
        <p:spPr>
          <a:xfrm>
            <a:off x="7078751" y="38768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76BB366-40D4-F355-6167-183CA98B0B1A}"/>
              </a:ext>
            </a:extLst>
          </p:cNvPr>
          <p:cNvSpPr/>
          <p:nvPr/>
        </p:nvSpPr>
        <p:spPr>
          <a:xfrm>
            <a:off x="7470637" y="38768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058698B-CFF2-C4AD-F20C-0CCC0DCDA320}"/>
              </a:ext>
            </a:extLst>
          </p:cNvPr>
          <p:cNvSpPr/>
          <p:nvPr/>
        </p:nvSpPr>
        <p:spPr>
          <a:xfrm>
            <a:off x="7862523" y="47912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54149CE-ED21-D801-16DD-A538DD2880CF}"/>
              </a:ext>
            </a:extLst>
          </p:cNvPr>
          <p:cNvSpPr/>
          <p:nvPr/>
        </p:nvSpPr>
        <p:spPr>
          <a:xfrm>
            <a:off x="2024743" y="43340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9987445-C527-403E-A0FF-275410717918}"/>
              </a:ext>
            </a:extLst>
          </p:cNvPr>
          <p:cNvSpPr/>
          <p:nvPr/>
        </p:nvSpPr>
        <p:spPr>
          <a:xfrm>
            <a:off x="2416629" y="43340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D273F2F-9CB2-AC04-D986-AE1DFAB2CEB9}"/>
              </a:ext>
            </a:extLst>
          </p:cNvPr>
          <p:cNvSpPr/>
          <p:nvPr/>
        </p:nvSpPr>
        <p:spPr>
          <a:xfrm>
            <a:off x="2808515" y="43340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3CEF1DC-9724-1570-3756-547F199C9AA6}"/>
              </a:ext>
            </a:extLst>
          </p:cNvPr>
          <p:cNvSpPr/>
          <p:nvPr/>
        </p:nvSpPr>
        <p:spPr>
          <a:xfrm>
            <a:off x="3200401" y="43340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AA7EF53-0BE6-E601-6573-0EDA3593F8FF}"/>
              </a:ext>
            </a:extLst>
          </p:cNvPr>
          <p:cNvSpPr/>
          <p:nvPr/>
        </p:nvSpPr>
        <p:spPr>
          <a:xfrm>
            <a:off x="3592287" y="43340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C06816F-3B33-0B27-6A9D-850415129190}"/>
              </a:ext>
            </a:extLst>
          </p:cNvPr>
          <p:cNvSpPr/>
          <p:nvPr/>
        </p:nvSpPr>
        <p:spPr>
          <a:xfrm>
            <a:off x="4376059" y="43340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EB08A32-65EC-245C-D06B-7C16D88E144B}"/>
              </a:ext>
            </a:extLst>
          </p:cNvPr>
          <p:cNvSpPr/>
          <p:nvPr/>
        </p:nvSpPr>
        <p:spPr>
          <a:xfrm>
            <a:off x="4767945" y="43340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B54BAED-D09F-56F2-0133-233FA5091056}"/>
              </a:ext>
            </a:extLst>
          </p:cNvPr>
          <p:cNvSpPr/>
          <p:nvPr/>
        </p:nvSpPr>
        <p:spPr>
          <a:xfrm>
            <a:off x="5159831" y="43340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32B8604-FD48-ECA0-87B1-5306B45A41D0}"/>
              </a:ext>
            </a:extLst>
          </p:cNvPr>
          <p:cNvSpPr/>
          <p:nvPr/>
        </p:nvSpPr>
        <p:spPr>
          <a:xfrm>
            <a:off x="5551717" y="43340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78E1879-695B-2BD6-E53B-DFD9606E6011}"/>
              </a:ext>
            </a:extLst>
          </p:cNvPr>
          <p:cNvSpPr/>
          <p:nvPr/>
        </p:nvSpPr>
        <p:spPr>
          <a:xfrm>
            <a:off x="5943603" y="43340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23ADA22-F1B0-5271-A756-B185B9C54BCF}"/>
              </a:ext>
            </a:extLst>
          </p:cNvPr>
          <p:cNvSpPr/>
          <p:nvPr/>
        </p:nvSpPr>
        <p:spPr>
          <a:xfrm>
            <a:off x="7078751" y="43340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4AF48F03-9754-075D-AA51-7D34F978B41D}"/>
              </a:ext>
            </a:extLst>
          </p:cNvPr>
          <p:cNvSpPr/>
          <p:nvPr/>
        </p:nvSpPr>
        <p:spPr>
          <a:xfrm>
            <a:off x="7470637" y="43340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0F7B453-D53F-2949-B3E8-002C44E10C86}"/>
              </a:ext>
            </a:extLst>
          </p:cNvPr>
          <p:cNvSpPr/>
          <p:nvPr/>
        </p:nvSpPr>
        <p:spPr>
          <a:xfrm>
            <a:off x="7815941" y="43340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D92993D-3448-5B9C-4B35-52FDCF36DA3C}"/>
              </a:ext>
            </a:extLst>
          </p:cNvPr>
          <p:cNvSpPr/>
          <p:nvPr/>
        </p:nvSpPr>
        <p:spPr>
          <a:xfrm>
            <a:off x="8207827" y="43340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C7CAE03-D435-A62C-9078-5D978C34EA6E}"/>
              </a:ext>
            </a:extLst>
          </p:cNvPr>
          <p:cNvSpPr/>
          <p:nvPr/>
        </p:nvSpPr>
        <p:spPr>
          <a:xfrm>
            <a:off x="8599713" y="43340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959CCC2-3D06-4875-9C49-B4C986E832B0}"/>
              </a:ext>
            </a:extLst>
          </p:cNvPr>
          <p:cNvSpPr/>
          <p:nvPr/>
        </p:nvSpPr>
        <p:spPr>
          <a:xfrm>
            <a:off x="2024743" y="47912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EDDF385-FFD4-5B96-9BDA-547F3C3E0B5F}"/>
              </a:ext>
            </a:extLst>
          </p:cNvPr>
          <p:cNvSpPr/>
          <p:nvPr/>
        </p:nvSpPr>
        <p:spPr>
          <a:xfrm>
            <a:off x="2416629" y="47912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4616D4C9-6D19-3EAF-5502-88C9508BCC3A}"/>
              </a:ext>
            </a:extLst>
          </p:cNvPr>
          <p:cNvSpPr/>
          <p:nvPr/>
        </p:nvSpPr>
        <p:spPr>
          <a:xfrm>
            <a:off x="2808515" y="47912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1ACDEC25-8EBF-FB41-F0DB-07E8E891144B}"/>
              </a:ext>
            </a:extLst>
          </p:cNvPr>
          <p:cNvSpPr/>
          <p:nvPr/>
        </p:nvSpPr>
        <p:spPr>
          <a:xfrm>
            <a:off x="3200401" y="47912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5D7A072-3388-1575-4648-E35926BF7F86}"/>
              </a:ext>
            </a:extLst>
          </p:cNvPr>
          <p:cNvSpPr/>
          <p:nvPr/>
        </p:nvSpPr>
        <p:spPr>
          <a:xfrm>
            <a:off x="3592287" y="47912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88AB280-9AE1-B696-436A-7E8480FC4073}"/>
              </a:ext>
            </a:extLst>
          </p:cNvPr>
          <p:cNvSpPr/>
          <p:nvPr/>
        </p:nvSpPr>
        <p:spPr>
          <a:xfrm>
            <a:off x="4376059" y="47912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A80DCF1-DDB3-E2D3-0A4D-B7BC601B5540}"/>
              </a:ext>
            </a:extLst>
          </p:cNvPr>
          <p:cNvSpPr/>
          <p:nvPr/>
        </p:nvSpPr>
        <p:spPr>
          <a:xfrm>
            <a:off x="4767945" y="47912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5E2C829-CD39-8362-CBE7-9F0E2430EBCE}"/>
              </a:ext>
            </a:extLst>
          </p:cNvPr>
          <p:cNvSpPr/>
          <p:nvPr/>
        </p:nvSpPr>
        <p:spPr>
          <a:xfrm>
            <a:off x="5159831" y="47912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385FE33-A123-9B1F-0E93-6ADC0F114504}"/>
              </a:ext>
            </a:extLst>
          </p:cNvPr>
          <p:cNvSpPr/>
          <p:nvPr/>
        </p:nvSpPr>
        <p:spPr>
          <a:xfrm>
            <a:off x="5551717" y="47912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807B240-974D-0B43-516A-6F5908112BFE}"/>
              </a:ext>
            </a:extLst>
          </p:cNvPr>
          <p:cNvSpPr/>
          <p:nvPr/>
        </p:nvSpPr>
        <p:spPr>
          <a:xfrm>
            <a:off x="5943603" y="47912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C241B318-4F49-EBD2-E235-41AA6AAA23C7}"/>
              </a:ext>
            </a:extLst>
          </p:cNvPr>
          <p:cNvSpPr/>
          <p:nvPr/>
        </p:nvSpPr>
        <p:spPr>
          <a:xfrm>
            <a:off x="7470637" y="4791257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8E462926-0D16-78A4-DF6F-5BDE35FEB682}"/>
              </a:ext>
            </a:extLst>
          </p:cNvPr>
          <p:cNvSpPr/>
          <p:nvPr/>
        </p:nvSpPr>
        <p:spPr>
          <a:xfrm>
            <a:off x="8207827" y="4791257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326683C-2B67-D63F-9CC8-773FB8F316A9}"/>
              </a:ext>
            </a:extLst>
          </p:cNvPr>
          <p:cNvSpPr/>
          <p:nvPr/>
        </p:nvSpPr>
        <p:spPr>
          <a:xfrm>
            <a:off x="8599713" y="4791257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412435A-E94F-100A-E2FD-785016E37958}"/>
              </a:ext>
            </a:extLst>
          </p:cNvPr>
          <p:cNvSpPr/>
          <p:nvPr/>
        </p:nvSpPr>
        <p:spPr>
          <a:xfrm>
            <a:off x="8991599" y="4791257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16760AB-ED4D-BF40-6315-9CE9157BC1B6}"/>
              </a:ext>
            </a:extLst>
          </p:cNvPr>
          <p:cNvSpPr/>
          <p:nvPr/>
        </p:nvSpPr>
        <p:spPr>
          <a:xfrm>
            <a:off x="1240971" y="6013998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E6D0C88-ADEF-ADAE-30D9-0FDCF9559EB4}"/>
              </a:ext>
            </a:extLst>
          </p:cNvPr>
          <p:cNvSpPr/>
          <p:nvPr/>
        </p:nvSpPr>
        <p:spPr>
          <a:xfrm>
            <a:off x="1632857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7EC32113-5255-23E8-C00C-E74E5190B1A5}"/>
              </a:ext>
            </a:extLst>
          </p:cNvPr>
          <p:cNvSpPr/>
          <p:nvPr/>
        </p:nvSpPr>
        <p:spPr>
          <a:xfrm>
            <a:off x="2024743" y="6013998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75AFB305-F7A6-6255-B2FE-F1D1F2A7EDE1}"/>
              </a:ext>
            </a:extLst>
          </p:cNvPr>
          <p:cNvSpPr/>
          <p:nvPr/>
        </p:nvSpPr>
        <p:spPr>
          <a:xfrm>
            <a:off x="2416629" y="6013998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4E2B69F-224E-56A2-092B-277CD21354E6}"/>
              </a:ext>
            </a:extLst>
          </p:cNvPr>
          <p:cNvSpPr/>
          <p:nvPr/>
        </p:nvSpPr>
        <p:spPr>
          <a:xfrm>
            <a:off x="2808515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C73A5DE-5578-62E7-A9EA-183ED2E999CA}"/>
              </a:ext>
            </a:extLst>
          </p:cNvPr>
          <p:cNvSpPr/>
          <p:nvPr/>
        </p:nvSpPr>
        <p:spPr>
          <a:xfrm>
            <a:off x="3200401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5C9FC33A-F1DD-EA2D-FE80-7798859B16BE}"/>
              </a:ext>
            </a:extLst>
          </p:cNvPr>
          <p:cNvSpPr/>
          <p:nvPr/>
        </p:nvSpPr>
        <p:spPr>
          <a:xfrm>
            <a:off x="3592287" y="6013998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476BC37-693E-E559-4AC9-FB2126F5B2F8}"/>
              </a:ext>
            </a:extLst>
          </p:cNvPr>
          <p:cNvSpPr/>
          <p:nvPr/>
        </p:nvSpPr>
        <p:spPr>
          <a:xfrm>
            <a:off x="3984173" y="6013998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823F80C-8FF0-E592-C8FE-FBA168A7DE06}"/>
              </a:ext>
            </a:extLst>
          </p:cNvPr>
          <p:cNvSpPr/>
          <p:nvPr/>
        </p:nvSpPr>
        <p:spPr>
          <a:xfrm>
            <a:off x="4376059" y="6013998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99CE5D2-1C35-2F2B-0FA0-DE271D53934C}"/>
              </a:ext>
            </a:extLst>
          </p:cNvPr>
          <p:cNvSpPr/>
          <p:nvPr/>
        </p:nvSpPr>
        <p:spPr>
          <a:xfrm>
            <a:off x="4767945" y="6013998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329D4C0F-F753-315F-9028-50DD189EAA94}"/>
              </a:ext>
            </a:extLst>
          </p:cNvPr>
          <p:cNvSpPr/>
          <p:nvPr/>
        </p:nvSpPr>
        <p:spPr>
          <a:xfrm>
            <a:off x="5159831" y="6013998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4331143-02EA-103A-A058-3D34E276037E}"/>
              </a:ext>
            </a:extLst>
          </p:cNvPr>
          <p:cNvSpPr/>
          <p:nvPr/>
        </p:nvSpPr>
        <p:spPr>
          <a:xfrm>
            <a:off x="5551717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052F42E9-EDC7-698A-7039-DA8430CC87DF}"/>
              </a:ext>
            </a:extLst>
          </p:cNvPr>
          <p:cNvSpPr/>
          <p:nvPr/>
        </p:nvSpPr>
        <p:spPr>
          <a:xfrm>
            <a:off x="5943603" y="6013998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5F09D9B4-547B-DF47-F55E-1BB5A0625B72}"/>
              </a:ext>
            </a:extLst>
          </p:cNvPr>
          <p:cNvSpPr/>
          <p:nvPr/>
        </p:nvSpPr>
        <p:spPr>
          <a:xfrm>
            <a:off x="6335489" y="6013998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43DB4C3-BA7D-8F46-524C-573E7172B4BA}"/>
              </a:ext>
            </a:extLst>
          </p:cNvPr>
          <p:cNvSpPr/>
          <p:nvPr/>
        </p:nvSpPr>
        <p:spPr>
          <a:xfrm>
            <a:off x="6727375" y="6013998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1B5A783-F334-00D2-62A2-CC9C1C2C7A35}"/>
              </a:ext>
            </a:extLst>
          </p:cNvPr>
          <p:cNvSpPr/>
          <p:nvPr/>
        </p:nvSpPr>
        <p:spPr>
          <a:xfrm>
            <a:off x="7078751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9E749AC-F6A8-A616-8DC0-5A68852B1006}"/>
              </a:ext>
            </a:extLst>
          </p:cNvPr>
          <p:cNvSpPr/>
          <p:nvPr/>
        </p:nvSpPr>
        <p:spPr>
          <a:xfrm>
            <a:off x="7470637" y="6013998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6FC78680-5D8C-46D0-6F69-1BBFC90A3D00}"/>
              </a:ext>
            </a:extLst>
          </p:cNvPr>
          <p:cNvSpPr/>
          <p:nvPr/>
        </p:nvSpPr>
        <p:spPr>
          <a:xfrm>
            <a:off x="7815941" y="6013998"/>
            <a:ext cx="391886" cy="381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A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876C6C88-047B-E3B3-0AD7-09910CD285E3}"/>
              </a:ext>
            </a:extLst>
          </p:cNvPr>
          <p:cNvSpPr/>
          <p:nvPr/>
        </p:nvSpPr>
        <p:spPr>
          <a:xfrm>
            <a:off x="8207827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7E6E4EA0-61DF-7E4B-158E-3EAEC66EA2F0}"/>
              </a:ext>
            </a:extLst>
          </p:cNvPr>
          <p:cNvSpPr/>
          <p:nvPr/>
        </p:nvSpPr>
        <p:spPr>
          <a:xfrm>
            <a:off x="8599713" y="6013998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A0E947A8-8C21-D251-2271-E407D54E0272}"/>
              </a:ext>
            </a:extLst>
          </p:cNvPr>
          <p:cNvSpPr/>
          <p:nvPr/>
        </p:nvSpPr>
        <p:spPr>
          <a:xfrm>
            <a:off x="8991599" y="6013998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001E20-C259-4265-258B-CB13F795D8C6}"/>
              </a:ext>
            </a:extLst>
          </p:cNvPr>
          <p:cNvSpPr/>
          <p:nvPr/>
        </p:nvSpPr>
        <p:spPr>
          <a:xfrm>
            <a:off x="9383485" y="6013998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6EA4EDC-7000-35E5-D1A7-EA413EE3CF59}"/>
              </a:ext>
            </a:extLst>
          </p:cNvPr>
          <p:cNvSpPr/>
          <p:nvPr/>
        </p:nvSpPr>
        <p:spPr>
          <a:xfrm>
            <a:off x="6335489" y="25183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151E4438-6B60-E0E8-49C5-283B7294C4C4}"/>
              </a:ext>
            </a:extLst>
          </p:cNvPr>
          <p:cNvSpPr/>
          <p:nvPr/>
        </p:nvSpPr>
        <p:spPr>
          <a:xfrm>
            <a:off x="9775371" y="25183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60DE166E-E4D7-E090-1FE4-2E123279659D}"/>
              </a:ext>
            </a:extLst>
          </p:cNvPr>
          <p:cNvSpPr/>
          <p:nvPr/>
        </p:nvSpPr>
        <p:spPr>
          <a:xfrm>
            <a:off x="9775371" y="20611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222C329-1895-7096-4946-8F4B17387C73}"/>
              </a:ext>
            </a:extLst>
          </p:cNvPr>
          <p:cNvSpPr/>
          <p:nvPr/>
        </p:nvSpPr>
        <p:spPr>
          <a:xfrm>
            <a:off x="10167257" y="20611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A9F43E68-B557-4BA1-1F83-E22F9F373AE3}"/>
              </a:ext>
            </a:extLst>
          </p:cNvPr>
          <p:cNvSpPr/>
          <p:nvPr/>
        </p:nvSpPr>
        <p:spPr>
          <a:xfrm>
            <a:off x="9775371" y="297552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A74059A3-C39D-3680-275B-97F2E870996B}"/>
              </a:ext>
            </a:extLst>
          </p:cNvPr>
          <p:cNvSpPr/>
          <p:nvPr/>
        </p:nvSpPr>
        <p:spPr>
          <a:xfrm>
            <a:off x="10167257" y="29755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7CE7D7D9-9FA5-BD33-A1DD-22D7944A6E3D}"/>
              </a:ext>
            </a:extLst>
          </p:cNvPr>
          <p:cNvSpPr/>
          <p:nvPr/>
        </p:nvSpPr>
        <p:spPr>
          <a:xfrm>
            <a:off x="9775371" y="342900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E34A4B25-0871-D343-040E-E9397E09FA89}"/>
              </a:ext>
            </a:extLst>
          </p:cNvPr>
          <p:cNvSpPr/>
          <p:nvPr/>
        </p:nvSpPr>
        <p:spPr>
          <a:xfrm>
            <a:off x="9775371" y="821242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3DCC306A-C1FB-3BD2-D3AE-A231AF4F1C66}"/>
              </a:ext>
            </a:extLst>
          </p:cNvPr>
          <p:cNvSpPr/>
          <p:nvPr/>
        </p:nvSpPr>
        <p:spPr>
          <a:xfrm>
            <a:off x="10167257" y="82124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70F2FB8A-F64B-0F2B-EED2-6DDB856775CF}"/>
              </a:ext>
            </a:extLst>
          </p:cNvPr>
          <p:cNvSpPr/>
          <p:nvPr/>
        </p:nvSpPr>
        <p:spPr>
          <a:xfrm>
            <a:off x="9775371" y="6016880"/>
            <a:ext cx="391886" cy="381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T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65D8493-3642-869F-3271-02A7FD588247}"/>
              </a:ext>
            </a:extLst>
          </p:cNvPr>
          <p:cNvSpPr/>
          <p:nvPr/>
        </p:nvSpPr>
        <p:spPr>
          <a:xfrm>
            <a:off x="10167257" y="601688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E104DA6-FEFB-F7D9-5300-D2F4812C23AA}"/>
              </a:ext>
            </a:extLst>
          </p:cNvPr>
          <p:cNvSpPr/>
          <p:nvPr/>
        </p:nvSpPr>
        <p:spPr>
          <a:xfrm>
            <a:off x="4756966" y="25183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0A33C8C5-22A1-CDE0-4C34-063B4748EAA4}"/>
              </a:ext>
            </a:extLst>
          </p:cNvPr>
          <p:cNvSpPr/>
          <p:nvPr/>
        </p:nvSpPr>
        <p:spPr>
          <a:xfrm>
            <a:off x="4767945" y="3432720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C4544AE-9833-EFF2-5D44-8D49FFCE289F}"/>
              </a:ext>
            </a:extLst>
          </p:cNvPr>
          <p:cNvSpPr/>
          <p:nvPr/>
        </p:nvSpPr>
        <p:spPr>
          <a:xfrm>
            <a:off x="4767945" y="3868792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FD73065-30E0-3142-88FC-ABB19E74819E}"/>
              </a:ext>
            </a:extLst>
          </p:cNvPr>
          <p:cNvSpPr/>
          <p:nvPr/>
        </p:nvSpPr>
        <p:spPr>
          <a:xfrm>
            <a:off x="4767945" y="6386705"/>
            <a:ext cx="391886" cy="381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G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F84AF978-7285-4947-DB2D-1E6D98290E4A}"/>
              </a:ext>
            </a:extLst>
          </p:cNvPr>
          <p:cNvSpPr/>
          <p:nvPr/>
        </p:nvSpPr>
        <p:spPr>
          <a:xfrm>
            <a:off x="7842645" y="3879981"/>
            <a:ext cx="391886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0577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7963</TotalTime>
  <Words>557</Words>
  <Application>Microsoft Macintosh PowerPoint</Application>
  <PresentationFormat>Widescreen</PresentationFormat>
  <Paragraphs>557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Orkin</dc:creator>
  <cp:lastModifiedBy>Joseph Orkin</cp:lastModifiedBy>
  <cp:revision>1</cp:revision>
  <dcterms:created xsi:type="dcterms:W3CDTF">2026-02-13T02:13:49Z</dcterms:created>
  <dcterms:modified xsi:type="dcterms:W3CDTF">2026-02-18T14:57:02Z</dcterms:modified>
</cp:coreProperties>
</file>